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860000" cy="21907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7A7A"/>
    <a:srgbClr val="D95353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93" autoAdjust="0"/>
    <p:restoredTop sz="94660"/>
  </p:normalViewPr>
  <p:slideViewPr>
    <p:cSldViewPr snapToGrid="0">
      <p:cViewPr>
        <p:scale>
          <a:sx n="66" d="100"/>
          <a:sy n="66" d="100"/>
        </p:scale>
        <p:origin x="684" y="-4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provisional Taiwan–France Workshop Program updated 6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矩形 215">
            <a:extLst>
              <a:ext uri="{FF2B5EF4-FFF2-40B4-BE49-F238E27FC236}">
                <a16:creationId xmlns:a16="http://schemas.microsoft.com/office/drawing/2014/main" id="{3B93CE87-E16D-4F9C-853B-80124BCB93F3}"/>
              </a:ext>
            </a:extLst>
          </p:cNvPr>
          <p:cNvSpPr>
            <a:spLocks noGrp="1"/>
          </p:cNvSpPr>
          <p:nvPr/>
        </p:nvSpPr>
        <p:spPr>
          <a:xfrm>
            <a:off x="857250" y="485775"/>
            <a:ext cx="123825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2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Program At A Glance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090676-25BC-47AA-98E5-112D3E457E9D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17145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4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2026 Taiwan–France Joint Research Workshop on Cybersecurity &amp; 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28D3AF-CBAE-413E-9346-FCBB2F6F049D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17145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3–6 November 2026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10C79E-AD26-44D3-A694-410C479167E3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7048500" cy="85725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23CE01-827E-4B17-8E08-C4C955BE8DC8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7048500" cy="857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FC371B-38EC-4274-99B6-19D9EB26CE60}"/>
              </a:ext>
            </a:extLst>
          </p:cNvPr>
          <p:cNvSpPr>
            <a:spLocks noGrp="1"/>
          </p:cNvSpPr>
          <p:nvPr/>
        </p:nvSpPr>
        <p:spPr>
          <a:xfrm>
            <a:off x="14954250" y="2476500"/>
            <a:ext cx="7048500" cy="85725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F96C0F1-E5F3-49A8-91D1-BEA5F8684EB9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10401300" cy="781050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9050">
            <a:solidFill>
              <a:srgbClr val="D9E3EE"/>
            </a:solidFill>
          </a:ln>
        </p:spPr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D6DF53E-56FC-4EC4-B088-5E2BC50A77B8}"/>
              </a:ext>
            </a:extLst>
          </p:cNvPr>
          <p:cNvSpPr>
            <a:spLocks noGrp="1"/>
          </p:cNvSpPr>
          <p:nvPr/>
        </p:nvSpPr>
        <p:spPr>
          <a:xfrm>
            <a:off x="1028700" y="2886075"/>
            <a:ext cx="10058400" cy="942975"/>
          </a:xfrm>
          <a:prstGeom prst="roundRect">
            <a:avLst>
              <a:gd name="adj" fmla="val 8081"/>
            </a:avLst>
          </a:prstGeom>
          <a:solidFill>
            <a:srgbClr val="0055A4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B9CB45-A09B-4CDD-8202-DA4AB0DB24D1}"/>
              </a:ext>
            </a:extLst>
          </p:cNvPr>
          <p:cNvSpPr>
            <a:spLocks noGrp="1"/>
          </p:cNvSpPr>
          <p:nvPr/>
        </p:nvSpPr>
        <p:spPr>
          <a:xfrm>
            <a:off x="1266825" y="2962275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TUE 3 NOV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94B09B-BB33-4B5D-8DD4-9CFB982DDA0D}"/>
              </a:ext>
            </a:extLst>
          </p:cNvPr>
          <p:cNvSpPr>
            <a:spLocks noGrp="1"/>
          </p:cNvSpPr>
          <p:nvPr/>
        </p:nvSpPr>
        <p:spPr>
          <a:xfrm>
            <a:off x="1152525" y="4000500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Taipei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4DB53E0-9736-4ED7-9CC7-6CAACB64E47A}"/>
              </a:ext>
            </a:extLst>
          </p:cNvPr>
          <p:cNvSpPr>
            <a:spLocks noGrp="1"/>
          </p:cNvSpPr>
          <p:nvPr/>
        </p:nvSpPr>
        <p:spPr>
          <a:xfrm>
            <a:off x="11601450" y="2714625"/>
            <a:ext cx="10401300" cy="781050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9050">
            <a:solidFill>
              <a:srgbClr val="D9E3EE"/>
            </a:solidFill>
          </a:ln>
        </p:spPr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5703DF7-D37F-4C56-9F9E-D1957CD2539F}"/>
              </a:ext>
            </a:extLst>
          </p:cNvPr>
          <p:cNvSpPr>
            <a:spLocks noGrp="1"/>
          </p:cNvSpPr>
          <p:nvPr/>
        </p:nvSpPr>
        <p:spPr>
          <a:xfrm>
            <a:off x="11772900" y="2886075"/>
            <a:ext cx="10058400" cy="942975"/>
          </a:xfrm>
          <a:prstGeom prst="roundRect">
            <a:avLst>
              <a:gd name="adj" fmla="val 8081"/>
            </a:avLst>
          </a:prstGeom>
          <a:solidFill>
            <a:srgbClr val="D6282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D765E2-91EF-4B53-9323-8649F133244B}"/>
              </a:ext>
            </a:extLst>
          </p:cNvPr>
          <p:cNvSpPr>
            <a:spLocks noGrp="1"/>
          </p:cNvSpPr>
          <p:nvPr/>
        </p:nvSpPr>
        <p:spPr>
          <a:xfrm>
            <a:off x="12011025" y="2962275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WED 4 NOV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686F12-678E-4380-8B9A-AF5BC9E44298}"/>
              </a:ext>
            </a:extLst>
          </p:cNvPr>
          <p:cNvSpPr>
            <a:spLocks noGrp="1"/>
          </p:cNvSpPr>
          <p:nvPr/>
        </p:nvSpPr>
        <p:spPr>
          <a:xfrm>
            <a:off x="11896725" y="4000500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Academia Sinica / Hsinchu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BDA9A73-A0FF-4AEE-9591-032023C32F37}"/>
              </a:ext>
            </a:extLst>
          </p:cNvPr>
          <p:cNvSpPr>
            <a:spLocks noGrp="1"/>
          </p:cNvSpPr>
          <p:nvPr/>
        </p:nvSpPr>
        <p:spPr>
          <a:xfrm>
            <a:off x="857250" y="10810875"/>
            <a:ext cx="10401300" cy="1009650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9050">
            <a:solidFill>
              <a:srgbClr val="D9E3EE"/>
            </a:solidFill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469F606-6312-4297-9246-20E3D373563C}"/>
              </a:ext>
            </a:extLst>
          </p:cNvPr>
          <p:cNvSpPr>
            <a:spLocks noGrp="1"/>
          </p:cNvSpPr>
          <p:nvPr/>
        </p:nvSpPr>
        <p:spPr>
          <a:xfrm>
            <a:off x="1028700" y="10982325"/>
            <a:ext cx="10058400" cy="942975"/>
          </a:xfrm>
          <a:prstGeom prst="roundRect">
            <a:avLst>
              <a:gd name="adj" fmla="val 8081"/>
            </a:avLst>
          </a:prstGeom>
          <a:solidFill>
            <a:srgbClr val="0055A4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39D463-6F92-4CA7-B07A-81B8E8942644}"/>
              </a:ext>
            </a:extLst>
          </p:cNvPr>
          <p:cNvSpPr>
            <a:spLocks noGrp="1"/>
          </p:cNvSpPr>
          <p:nvPr/>
        </p:nvSpPr>
        <p:spPr>
          <a:xfrm>
            <a:off x="1266825" y="11058525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THU 5 NOV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F42935-C5EF-40CA-AD5E-959BEF36BAE5}"/>
              </a:ext>
            </a:extLst>
          </p:cNvPr>
          <p:cNvSpPr>
            <a:spLocks noGrp="1"/>
          </p:cNvSpPr>
          <p:nvPr/>
        </p:nvSpPr>
        <p:spPr>
          <a:xfrm>
            <a:off x="1152525" y="12096750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Security workshop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6CCA3A8C-D7B5-4C5C-8AD2-9069C2D94B44}"/>
              </a:ext>
            </a:extLst>
          </p:cNvPr>
          <p:cNvSpPr>
            <a:spLocks noGrp="1"/>
          </p:cNvSpPr>
          <p:nvPr/>
        </p:nvSpPr>
        <p:spPr>
          <a:xfrm>
            <a:off x="11601450" y="10810875"/>
            <a:ext cx="10401300" cy="1009650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9050">
            <a:solidFill>
              <a:srgbClr val="D9E3EE"/>
            </a:solidFill>
          </a:ln>
        </p:spPr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258E9C0-CAA3-4023-834D-F44834C18C71}"/>
              </a:ext>
            </a:extLst>
          </p:cNvPr>
          <p:cNvSpPr>
            <a:spLocks noGrp="1"/>
          </p:cNvSpPr>
          <p:nvPr/>
        </p:nvSpPr>
        <p:spPr>
          <a:xfrm>
            <a:off x="11772900" y="10982325"/>
            <a:ext cx="10058400" cy="942975"/>
          </a:xfrm>
          <a:prstGeom prst="roundRect">
            <a:avLst>
              <a:gd name="adj" fmla="val 8081"/>
            </a:avLst>
          </a:prstGeom>
          <a:solidFill>
            <a:srgbClr val="D62828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75D09A-7386-4BB5-AD0C-DD0120809497}"/>
              </a:ext>
            </a:extLst>
          </p:cNvPr>
          <p:cNvSpPr>
            <a:spLocks noGrp="1"/>
          </p:cNvSpPr>
          <p:nvPr/>
        </p:nvSpPr>
        <p:spPr>
          <a:xfrm>
            <a:off x="12011025" y="11058525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FRI 6 NOV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5FDA32-885D-47FE-95E8-09720433AD35}"/>
              </a:ext>
            </a:extLst>
          </p:cNvPr>
          <p:cNvSpPr>
            <a:spLocks noGrp="1"/>
          </p:cNvSpPr>
          <p:nvPr/>
        </p:nvSpPr>
        <p:spPr>
          <a:xfrm>
            <a:off x="11896725" y="12096750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Joint </a:t>
            </a:r>
            <a:r>
              <a:rPr lang="en-US"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/</a:t>
            </a:r>
            <a:r>
              <a:rPr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P</a:t>
            </a:r>
            <a:r>
              <a:rPr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arallel</a:t>
            </a:r>
            <a:r>
              <a:rPr lang="en-US" sz="3150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 Sessions</a:t>
            </a:r>
            <a:endParaRPr sz="3150" dirty="0">
              <a:solidFill>
                <a:srgbClr val="1734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ED6453D-6A2F-4E0C-BF6E-659727EFAB4A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10524A-26B1-428F-A20A-D7E104368BDA}"/>
              </a:ext>
            </a:extLst>
          </p:cNvPr>
          <p:cNvSpPr>
            <a:spLocks noGrp="1"/>
          </p:cNvSpPr>
          <p:nvPr/>
        </p:nvSpPr>
        <p:spPr>
          <a:xfrm>
            <a:off x="1095375" y="46958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7017D3-065D-422C-9C3D-66E6E2622F09}"/>
              </a:ext>
            </a:extLst>
          </p:cNvPr>
          <p:cNvSpPr>
            <a:spLocks noGrp="1"/>
          </p:cNvSpPr>
          <p:nvPr/>
        </p:nvSpPr>
        <p:spPr>
          <a:xfrm>
            <a:off x="1314450" y="46767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09:20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BBEBF7-312A-4D32-A2AD-A8E915843F8F}"/>
              </a:ext>
            </a:extLst>
          </p:cNvPr>
          <p:cNvSpPr>
            <a:spLocks noGrp="1"/>
          </p:cNvSpPr>
          <p:nvPr/>
        </p:nvSpPr>
        <p:spPr>
          <a:xfrm>
            <a:off x="3571875" y="46672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32A6F9-8D58-4A03-8C97-EAAA6218E1B8}"/>
              </a:ext>
            </a:extLst>
          </p:cNvPr>
          <p:cNvSpPr>
            <a:spLocks noGrp="1"/>
          </p:cNvSpPr>
          <p:nvPr/>
        </p:nvSpPr>
        <p:spPr>
          <a:xfrm>
            <a:off x="6429375" y="467677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Academia Sinica main gate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D186F76-3CF2-4BDB-ACB3-5E301F2F23D0}"/>
              </a:ext>
            </a:extLst>
          </p:cNvPr>
          <p:cNvSpPr>
            <a:spLocks noGrp="1"/>
          </p:cNvSpPr>
          <p:nvPr/>
        </p:nvSpPr>
        <p:spPr>
          <a:xfrm>
            <a:off x="1095375" y="51911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C6CC2A-B108-492B-8569-FFF88CB458E6}"/>
              </a:ext>
            </a:extLst>
          </p:cNvPr>
          <p:cNvSpPr>
            <a:spLocks noGrp="1"/>
          </p:cNvSpPr>
          <p:nvPr/>
        </p:nvSpPr>
        <p:spPr>
          <a:xfrm>
            <a:off x="1095375" y="52673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790E769-4096-4495-81F5-2CA3304F6DD7}"/>
              </a:ext>
            </a:extLst>
          </p:cNvPr>
          <p:cNvSpPr>
            <a:spLocks noGrp="1"/>
          </p:cNvSpPr>
          <p:nvPr/>
        </p:nvSpPr>
        <p:spPr>
          <a:xfrm>
            <a:off x="1314450" y="52482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09:20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2854EE6-F9D5-4083-BB44-EDE38BAE7C4A}"/>
              </a:ext>
            </a:extLst>
          </p:cNvPr>
          <p:cNvSpPr>
            <a:spLocks noGrp="1"/>
          </p:cNvSpPr>
          <p:nvPr/>
        </p:nvSpPr>
        <p:spPr>
          <a:xfrm>
            <a:off x="3571875" y="52387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B2AC5C-9280-4ACB-A8D2-C81424680272}"/>
              </a:ext>
            </a:extLst>
          </p:cNvPr>
          <p:cNvSpPr>
            <a:spLocks noGrp="1"/>
          </p:cNvSpPr>
          <p:nvPr/>
        </p:nvSpPr>
        <p:spPr>
          <a:xfrm>
            <a:off x="6429375" y="524827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To NTU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31D77127-491A-4A75-A92E-FE44C4820EFE}"/>
              </a:ext>
            </a:extLst>
          </p:cNvPr>
          <p:cNvSpPr>
            <a:spLocks noGrp="1"/>
          </p:cNvSpPr>
          <p:nvPr/>
        </p:nvSpPr>
        <p:spPr>
          <a:xfrm>
            <a:off x="1095375" y="57626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E6F0FA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9671565-D981-486C-BCCD-C44B84568ED5}"/>
              </a:ext>
            </a:extLst>
          </p:cNvPr>
          <p:cNvSpPr>
            <a:spLocks noGrp="1"/>
          </p:cNvSpPr>
          <p:nvPr/>
        </p:nvSpPr>
        <p:spPr>
          <a:xfrm>
            <a:off x="1095375" y="5838825"/>
            <a:ext cx="57150" cy="381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3C24DA-FF9E-4B1D-8608-E940CDE7855F}"/>
              </a:ext>
            </a:extLst>
          </p:cNvPr>
          <p:cNvSpPr>
            <a:spLocks noGrp="1"/>
          </p:cNvSpPr>
          <p:nvPr/>
        </p:nvSpPr>
        <p:spPr>
          <a:xfrm>
            <a:off x="1314450" y="58197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10:00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D9ADA1-F626-4F55-8882-957D872E51FD}"/>
              </a:ext>
            </a:extLst>
          </p:cNvPr>
          <p:cNvSpPr>
            <a:spLocks noGrp="1"/>
          </p:cNvSpPr>
          <p:nvPr/>
        </p:nvSpPr>
        <p:spPr>
          <a:xfrm>
            <a:off x="3571875" y="58102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D1499464-DEA6-4AFB-8020-37361A5DE89D}"/>
              </a:ext>
            </a:extLst>
          </p:cNvPr>
          <p:cNvSpPr>
            <a:spLocks noGrp="1"/>
          </p:cNvSpPr>
          <p:nvPr/>
        </p:nvSpPr>
        <p:spPr>
          <a:xfrm>
            <a:off x="1095375" y="63341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65BE27-CAD5-4ADD-A20C-08F4CC29BCA7}"/>
              </a:ext>
            </a:extLst>
          </p:cNvPr>
          <p:cNvSpPr>
            <a:spLocks noGrp="1"/>
          </p:cNvSpPr>
          <p:nvPr/>
        </p:nvSpPr>
        <p:spPr>
          <a:xfrm>
            <a:off x="1095375" y="64103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B64005-105F-4327-9400-230F979E4306}"/>
              </a:ext>
            </a:extLst>
          </p:cNvPr>
          <p:cNvSpPr>
            <a:spLocks noGrp="1"/>
          </p:cNvSpPr>
          <p:nvPr/>
        </p:nvSpPr>
        <p:spPr>
          <a:xfrm>
            <a:off x="1314450" y="63912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12:00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12:30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2B04E84-9DB8-4164-B52F-A7A4FF4811D8}"/>
              </a:ext>
            </a:extLst>
          </p:cNvPr>
          <p:cNvSpPr>
            <a:spLocks noGrp="1"/>
          </p:cNvSpPr>
          <p:nvPr/>
        </p:nvSpPr>
        <p:spPr>
          <a:xfrm>
            <a:off x="3571875" y="63817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A7D5DA-C5C5-4376-B855-0644ECF859F5}"/>
              </a:ext>
            </a:extLst>
          </p:cNvPr>
          <p:cNvSpPr>
            <a:spLocks noGrp="1"/>
          </p:cNvSpPr>
          <p:nvPr/>
        </p:nvSpPr>
        <p:spPr>
          <a:xfrm>
            <a:off x="6429375" y="639127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To lunch venue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F4D9AD07-D55D-413C-99A5-BFA0654D37F6}"/>
              </a:ext>
            </a:extLst>
          </p:cNvPr>
          <p:cNvSpPr>
            <a:spLocks noGrp="1"/>
          </p:cNvSpPr>
          <p:nvPr/>
        </p:nvSpPr>
        <p:spPr>
          <a:xfrm>
            <a:off x="1095375" y="69056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721ECF5-F064-4388-91CA-2ECF845F0E46}"/>
              </a:ext>
            </a:extLst>
          </p:cNvPr>
          <p:cNvSpPr>
            <a:spLocks noGrp="1"/>
          </p:cNvSpPr>
          <p:nvPr/>
        </p:nvSpPr>
        <p:spPr>
          <a:xfrm>
            <a:off x="1095375" y="69818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B5409-08B7-4180-9564-94728F041A20}"/>
              </a:ext>
            </a:extLst>
          </p:cNvPr>
          <p:cNvSpPr>
            <a:spLocks noGrp="1"/>
          </p:cNvSpPr>
          <p:nvPr/>
        </p:nvSpPr>
        <p:spPr>
          <a:xfrm>
            <a:off x="1314450" y="69627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12:30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E1D7AB-070D-412D-B8DE-82A1A33B4B90}"/>
              </a:ext>
            </a:extLst>
          </p:cNvPr>
          <p:cNvSpPr>
            <a:spLocks noGrp="1"/>
          </p:cNvSpPr>
          <p:nvPr/>
        </p:nvSpPr>
        <p:spPr>
          <a:xfrm>
            <a:off x="6453187" y="696277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At NTU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E990D14A-6790-4C0C-A23E-98AB3A2D6B6F}"/>
              </a:ext>
            </a:extLst>
          </p:cNvPr>
          <p:cNvSpPr>
            <a:spLocks noGrp="1"/>
          </p:cNvSpPr>
          <p:nvPr/>
        </p:nvSpPr>
        <p:spPr>
          <a:xfrm>
            <a:off x="1095375" y="74771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E6F0FA"/>
          </a:solidFill>
          <a:ln w="0">
            <a:noFill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475C090-4FE0-4270-851F-BAA2E2CE57B8}"/>
              </a:ext>
            </a:extLst>
          </p:cNvPr>
          <p:cNvSpPr>
            <a:spLocks noGrp="1"/>
          </p:cNvSpPr>
          <p:nvPr/>
        </p:nvSpPr>
        <p:spPr>
          <a:xfrm>
            <a:off x="1095375" y="7553325"/>
            <a:ext cx="57150" cy="381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51A4511-25DE-45A3-8986-259B6A39BF91}"/>
              </a:ext>
            </a:extLst>
          </p:cNvPr>
          <p:cNvSpPr>
            <a:spLocks noGrp="1"/>
          </p:cNvSpPr>
          <p:nvPr/>
        </p:nvSpPr>
        <p:spPr>
          <a:xfrm>
            <a:off x="1314450" y="75342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14:00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15:30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E24131C-F53F-4808-AC47-7FB4E868FDFA}"/>
              </a:ext>
            </a:extLst>
          </p:cNvPr>
          <p:cNvSpPr>
            <a:spLocks noGrp="1"/>
          </p:cNvSpPr>
          <p:nvPr/>
        </p:nvSpPr>
        <p:spPr>
          <a:xfrm>
            <a:off x="3571875" y="75247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504A684A-9F84-48F8-BBD3-BF4ABE231831}"/>
              </a:ext>
            </a:extLst>
          </p:cNvPr>
          <p:cNvSpPr>
            <a:spLocks noGrp="1"/>
          </p:cNvSpPr>
          <p:nvPr/>
        </p:nvSpPr>
        <p:spPr>
          <a:xfrm>
            <a:off x="1095375" y="80486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6BDCB3-962C-45D4-9FAD-7F54CFB286A0}"/>
              </a:ext>
            </a:extLst>
          </p:cNvPr>
          <p:cNvSpPr>
            <a:spLocks noGrp="1"/>
          </p:cNvSpPr>
          <p:nvPr/>
        </p:nvSpPr>
        <p:spPr>
          <a:xfrm>
            <a:off x="1095375" y="81248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4E5EF0C-E00E-436E-9F55-1DC944AB6680}"/>
              </a:ext>
            </a:extLst>
          </p:cNvPr>
          <p:cNvSpPr>
            <a:spLocks noGrp="1"/>
          </p:cNvSpPr>
          <p:nvPr/>
        </p:nvSpPr>
        <p:spPr>
          <a:xfrm>
            <a:off x="1314450" y="81057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15:30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16:00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F28E1F4-E4B3-46FF-8071-6F573C6C15AD}"/>
              </a:ext>
            </a:extLst>
          </p:cNvPr>
          <p:cNvSpPr>
            <a:spLocks noGrp="1"/>
          </p:cNvSpPr>
          <p:nvPr/>
        </p:nvSpPr>
        <p:spPr>
          <a:xfrm>
            <a:off x="3571875" y="80962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BED7812E-ECE2-4DB5-8778-390EC2ABBAE9}"/>
              </a:ext>
            </a:extLst>
          </p:cNvPr>
          <p:cNvSpPr>
            <a:spLocks noGrp="1"/>
          </p:cNvSpPr>
          <p:nvPr/>
        </p:nvSpPr>
        <p:spPr>
          <a:xfrm>
            <a:off x="1095375" y="8620125"/>
            <a:ext cx="9925050" cy="533400"/>
          </a:xfrm>
          <a:prstGeom prst="roundRect">
            <a:avLst>
              <a:gd name="adj" fmla="val 14286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B48B8B1-4B18-4FE5-8008-02E1F8F4A1CB}"/>
              </a:ext>
            </a:extLst>
          </p:cNvPr>
          <p:cNvSpPr>
            <a:spLocks noGrp="1"/>
          </p:cNvSpPr>
          <p:nvPr/>
        </p:nvSpPr>
        <p:spPr>
          <a:xfrm>
            <a:off x="1095375" y="8696325"/>
            <a:ext cx="57150" cy="381000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7EDD843-E5D0-42F1-92DF-35079D1F35B3}"/>
              </a:ext>
            </a:extLst>
          </p:cNvPr>
          <p:cNvSpPr>
            <a:spLocks noGrp="1"/>
          </p:cNvSpPr>
          <p:nvPr/>
        </p:nvSpPr>
        <p:spPr>
          <a:xfrm>
            <a:off x="1314450" y="86772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16:00</a:t>
            </a:r>
            <a:r>
              <a:rPr lang="en-US"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E8AA4D5-499B-4F56-97DA-48020568DF8C}"/>
              </a:ext>
            </a:extLst>
          </p:cNvPr>
          <p:cNvSpPr>
            <a:spLocks noGrp="1"/>
          </p:cNvSpPr>
          <p:nvPr/>
        </p:nvSpPr>
        <p:spPr>
          <a:xfrm>
            <a:off x="3571875" y="86677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Social Event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91D6F492-57ED-45D4-853C-630BA652E4DC}"/>
              </a:ext>
            </a:extLst>
          </p:cNvPr>
          <p:cNvSpPr>
            <a:spLocks noGrp="1"/>
          </p:cNvSpPr>
          <p:nvPr/>
        </p:nvSpPr>
        <p:spPr>
          <a:xfrm>
            <a:off x="11839575" y="466725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6F0FA"/>
          </a:solidFill>
          <a:ln w="0">
            <a:noFill/>
          </a:ln>
        </p:spPr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83379872-C977-4744-829C-1C953C2AC40B}"/>
              </a:ext>
            </a:extLst>
          </p:cNvPr>
          <p:cNvSpPr>
            <a:spLocks noGrp="1"/>
          </p:cNvSpPr>
          <p:nvPr/>
        </p:nvSpPr>
        <p:spPr>
          <a:xfrm>
            <a:off x="16887825" y="466725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010F670-BAA6-4C4D-BFD7-619F659EF4FB}"/>
              </a:ext>
            </a:extLst>
          </p:cNvPr>
          <p:cNvSpPr>
            <a:spLocks noGrp="1"/>
          </p:cNvSpPr>
          <p:nvPr/>
        </p:nvSpPr>
        <p:spPr>
          <a:xfrm>
            <a:off x="12011025" y="4695825"/>
            <a:ext cx="46386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MAIN GROUP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A1C3A48-C7B0-4344-B440-0F8E309D2C7E}"/>
              </a:ext>
            </a:extLst>
          </p:cNvPr>
          <p:cNvSpPr>
            <a:spLocks noGrp="1"/>
          </p:cNvSpPr>
          <p:nvPr/>
        </p:nvSpPr>
        <p:spPr>
          <a:xfrm>
            <a:off x="17059275" y="4695825"/>
            <a:ext cx="46386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PROF. MARION’S </a:t>
            </a:r>
            <a:r>
              <a:rPr lang="en-US" sz="195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STUDENT</a:t>
            </a:r>
            <a:endParaRPr sz="1950" b="1" dirty="0">
              <a:solidFill>
                <a:srgbClr val="D62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BA4D9DB5-7D9D-4B42-A7A5-65C9A4AED1D8}"/>
              </a:ext>
            </a:extLst>
          </p:cNvPr>
          <p:cNvSpPr>
            <a:spLocks noGrp="1"/>
          </p:cNvSpPr>
          <p:nvPr/>
        </p:nvSpPr>
        <p:spPr>
          <a:xfrm>
            <a:off x="11839575" y="52673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2216FAD-1708-4DC9-995B-EF4735A7941B}"/>
              </a:ext>
            </a:extLst>
          </p:cNvPr>
          <p:cNvSpPr>
            <a:spLocks noGrp="1"/>
          </p:cNvSpPr>
          <p:nvPr/>
        </p:nvSpPr>
        <p:spPr>
          <a:xfrm>
            <a:off x="11839575" y="53435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9DE88A5-E168-4A69-B4D7-5C11180EB623}"/>
              </a:ext>
            </a:extLst>
          </p:cNvPr>
          <p:cNvSpPr>
            <a:spLocks noGrp="1"/>
          </p:cNvSpPr>
          <p:nvPr/>
        </p:nvSpPr>
        <p:spPr>
          <a:xfrm>
            <a:off x="11991975" y="53244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A3908B2-B634-495E-A365-DB109D14AC8C}"/>
              </a:ext>
            </a:extLst>
          </p:cNvPr>
          <p:cNvSpPr>
            <a:spLocks noGrp="1"/>
          </p:cNvSpPr>
          <p:nvPr/>
        </p:nvSpPr>
        <p:spPr>
          <a:xfrm>
            <a:off x="13649325" y="53244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2CF8286E-4D3C-41DE-BD82-DFF19C942697}"/>
              </a:ext>
            </a:extLst>
          </p:cNvPr>
          <p:cNvSpPr>
            <a:spLocks noGrp="1"/>
          </p:cNvSpPr>
          <p:nvPr/>
        </p:nvSpPr>
        <p:spPr>
          <a:xfrm>
            <a:off x="11839575" y="58388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08FE0A4-9134-4ECB-BF1E-48C903900CA2}"/>
              </a:ext>
            </a:extLst>
          </p:cNvPr>
          <p:cNvSpPr>
            <a:spLocks noGrp="1"/>
          </p:cNvSpPr>
          <p:nvPr/>
        </p:nvSpPr>
        <p:spPr>
          <a:xfrm>
            <a:off x="11839575" y="59150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A527EF4-E72B-4651-9E0E-E938857A7D06}"/>
              </a:ext>
            </a:extLst>
          </p:cNvPr>
          <p:cNvSpPr>
            <a:spLocks noGrp="1"/>
          </p:cNvSpPr>
          <p:nvPr/>
        </p:nvSpPr>
        <p:spPr>
          <a:xfrm>
            <a:off x="11991975" y="58959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</a:t>
            </a:r>
            <a:r>
              <a:rPr lang="en-US"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76120A8-689B-48EB-951C-0094526B93C5}"/>
              </a:ext>
            </a:extLst>
          </p:cNvPr>
          <p:cNvSpPr>
            <a:spLocks noGrp="1"/>
          </p:cNvSpPr>
          <p:nvPr/>
        </p:nvSpPr>
        <p:spPr>
          <a:xfrm>
            <a:off x="13649325" y="58959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263CC7F5-8A22-4410-BC4C-9D67BEBADCE3}"/>
              </a:ext>
            </a:extLst>
          </p:cNvPr>
          <p:cNvSpPr>
            <a:spLocks noGrp="1"/>
          </p:cNvSpPr>
          <p:nvPr/>
        </p:nvSpPr>
        <p:spPr>
          <a:xfrm>
            <a:off x="11839575" y="64103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843ED39-2CDD-4F9D-BD4D-98FC29CB967C}"/>
              </a:ext>
            </a:extLst>
          </p:cNvPr>
          <p:cNvSpPr>
            <a:spLocks noGrp="1"/>
          </p:cNvSpPr>
          <p:nvPr/>
        </p:nvSpPr>
        <p:spPr>
          <a:xfrm>
            <a:off x="11839575" y="6486525"/>
            <a:ext cx="57150" cy="381000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0751F67-26DF-40E0-B805-40F25A9A9A35}"/>
              </a:ext>
            </a:extLst>
          </p:cNvPr>
          <p:cNvSpPr>
            <a:spLocks noGrp="1"/>
          </p:cNvSpPr>
          <p:nvPr/>
        </p:nvSpPr>
        <p:spPr>
          <a:xfrm>
            <a:off x="11991975" y="64674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09:30</a:t>
            </a:r>
            <a:r>
              <a:rPr lang="en-US" sz="165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11:00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55AA2A1-D9E7-436C-BF45-BC83CE0C089F}"/>
              </a:ext>
            </a:extLst>
          </p:cNvPr>
          <p:cNvSpPr>
            <a:spLocks noGrp="1"/>
          </p:cNvSpPr>
          <p:nvPr/>
        </p:nvSpPr>
        <p:spPr>
          <a:xfrm>
            <a:off x="13649325" y="64674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Social Event</a:t>
            </a: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9D33AA6E-FE3E-4E05-AA7A-7BBE2E181D50}"/>
              </a:ext>
            </a:extLst>
          </p:cNvPr>
          <p:cNvSpPr>
            <a:spLocks noGrp="1"/>
          </p:cNvSpPr>
          <p:nvPr/>
        </p:nvSpPr>
        <p:spPr>
          <a:xfrm>
            <a:off x="11839575" y="69818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1D242C3-60AE-4FF9-832A-63C9351A5E77}"/>
              </a:ext>
            </a:extLst>
          </p:cNvPr>
          <p:cNvSpPr>
            <a:spLocks noGrp="1"/>
          </p:cNvSpPr>
          <p:nvPr/>
        </p:nvSpPr>
        <p:spPr>
          <a:xfrm>
            <a:off x="11839575" y="70580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57F69A4-164E-48C5-9A76-056611186933}"/>
              </a:ext>
            </a:extLst>
          </p:cNvPr>
          <p:cNvSpPr>
            <a:spLocks noGrp="1"/>
          </p:cNvSpPr>
          <p:nvPr/>
        </p:nvSpPr>
        <p:spPr>
          <a:xfrm>
            <a:off x="11991975" y="70389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11:00</a:t>
            </a:r>
            <a:r>
              <a:rPr lang="en-US"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13:00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9D4270A-DC57-45E6-8D61-A5CB64A82340}"/>
              </a:ext>
            </a:extLst>
          </p:cNvPr>
          <p:cNvSpPr>
            <a:spLocks noGrp="1"/>
          </p:cNvSpPr>
          <p:nvPr/>
        </p:nvSpPr>
        <p:spPr>
          <a:xfrm>
            <a:off x="13649325" y="7024687"/>
            <a:ext cx="214312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Lunch &amp; transfer</a:t>
            </a: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C9CD8EE5-8020-4961-A4AF-BD1E7D01B117}"/>
              </a:ext>
            </a:extLst>
          </p:cNvPr>
          <p:cNvSpPr>
            <a:spLocks noGrp="1"/>
          </p:cNvSpPr>
          <p:nvPr/>
        </p:nvSpPr>
        <p:spPr>
          <a:xfrm>
            <a:off x="11839575" y="75533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E6F0FA"/>
          </a:solidFill>
          <a:ln w="0">
            <a:noFill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082149B-2A0B-4DB3-A0BC-57F6F9296F6E}"/>
              </a:ext>
            </a:extLst>
          </p:cNvPr>
          <p:cNvSpPr>
            <a:spLocks noGrp="1"/>
          </p:cNvSpPr>
          <p:nvPr/>
        </p:nvSpPr>
        <p:spPr>
          <a:xfrm>
            <a:off x="11839575" y="7629525"/>
            <a:ext cx="57150" cy="381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E6B5945-3D94-4FB1-9621-499FDB190591}"/>
              </a:ext>
            </a:extLst>
          </p:cNvPr>
          <p:cNvSpPr>
            <a:spLocks noGrp="1"/>
          </p:cNvSpPr>
          <p:nvPr/>
        </p:nvSpPr>
        <p:spPr>
          <a:xfrm>
            <a:off x="11991975" y="76104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13:00</a:t>
            </a:r>
            <a:r>
              <a:rPr lang="en-US"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536DCB5-5317-40F8-8D3F-BCDE855738BD}"/>
              </a:ext>
            </a:extLst>
          </p:cNvPr>
          <p:cNvSpPr>
            <a:spLocks noGrp="1"/>
          </p:cNvSpPr>
          <p:nvPr/>
        </p:nvSpPr>
        <p:spPr>
          <a:xfrm>
            <a:off x="13649325" y="76104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BC1FA07D-B00A-478A-BE66-75B3A3C27714}"/>
              </a:ext>
            </a:extLst>
          </p:cNvPr>
          <p:cNvSpPr>
            <a:spLocks noGrp="1"/>
          </p:cNvSpPr>
          <p:nvPr/>
        </p:nvSpPr>
        <p:spPr>
          <a:xfrm>
            <a:off x="11839575" y="81248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0">
            <a:noFill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3E5BA5-C824-4813-B5B1-50EC95841551}"/>
              </a:ext>
            </a:extLst>
          </p:cNvPr>
          <p:cNvSpPr>
            <a:spLocks noGrp="1"/>
          </p:cNvSpPr>
          <p:nvPr/>
        </p:nvSpPr>
        <p:spPr>
          <a:xfrm>
            <a:off x="11839575" y="82010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618857F-53DA-4771-BA9F-C829AB999DF1}"/>
              </a:ext>
            </a:extLst>
          </p:cNvPr>
          <p:cNvSpPr>
            <a:spLocks noGrp="1"/>
          </p:cNvSpPr>
          <p:nvPr/>
        </p:nvSpPr>
        <p:spPr>
          <a:xfrm>
            <a:off x="11991975" y="81819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15:00</a:t>
            </a:r>
            <a:r>
              <a:rPr lang="en-US"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15:30</a:t>
            </a: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7BBA615F-D3E2-4011-9FE4-87F274490D6A}"/>
              </a:ext>
            </a:extLst>
          </p:cNvPr>
          <p:cNvSpPr>
            <a:spLocks noGrp="1"/>
          </p:cNvSpPr>
          <p:nvPr/>
        </p:nvSpPr>
        <p:spPr>
          <a:xfrm>
            <a:off x="11839575" y="86963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E6F0FA"/>
          </a:solidFill>
          <a:ln w="0">
            <a:noFill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EF1059D-9296-4117-807B-9D0A4EA2C15C}"/>
              </a:ext>
            </a:extLst>
          </p:cNvPr>
          <p:cNvSpPr>
            <a:spLocks noGrp="1"/>
          </p:cNvSpPr>
          <p:nvPr/>
        </p:nvSpPr>
        <p:spPr>
          <a:xfrm>
            <a:off x="11839575" y="8772525"/>
            <a:ext cx="57150" cy="381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B1026DB-C9B5-4B43-8F82-BCBC6D70E344}"/>
              </a:ext>
            </a:extLst>
          </p:cNvPr>
          <p:cNvSpPr>
            <a:spLocks noGrp="1"/>
          </p:cNvSpPr>
          <p:nvPr/>
        </p:nvSpPr>
        <p:spPr>
          <a:xfrm>
            <a:off x="11991975" y="87534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15:30</a:t>
            </a:r>
            <a:r>
              <a:rPr lang="en-US"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1650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16:30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6441CA2-D6D8-47DD-ADDA-8BE8C66FBB4A}"/>
              </a:ext>
            </a:extLst>
          </p:cNvPr>
          <p:cNvSpPr>
            <a:spLocks noGrp="1"/>
          </p:cNvSpPr>
          <p:nvPr/>
        </p:nvSpPr>
        <p:spPr>
          <a:xfrm>
            <a:off x="13649325" y="87534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5DBCC56-9040-4072-8B7B-C8F74EDDEDE7}"/>
              </a:ext>
            </a:extLst>
          </p:cNvPr>
          <p:cNvSpPr>
            <a:spLocks noGrp="1"/>
          </p:cNvSpPr>
          <p:nvPr/>
        </p:nvSpPr>
        <p:spPr>
          <a:xfrm>
            <a:off x="11839575" y="9267825"/>
            <a:ext cx="487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2E7CC72-B3B3-4A23-8182-14544F1B2F90}"/>
              </a:ext>
            </a:extLst>
          </p:cNvPr>
          <p:cNvSpPr>
            <a:spLocks noGrp="1"/>
          </p:cNvSpPr>
          <p:nvPr/>
        </p:nvSpPr>
        <p:spPr>
          <a:xfrm>
            <a:off x="11839575" y="9344025"/>
            <a:ext cx="57150" cy="38100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9954B4F-B764-47A4-87FF-619315F6CCE9}"/>
              </a:ext>
            </a:extLst>
          </p:cNvPr>
          <p:cNvSpPr>
            <a:spLocks noGrp="1"/>
          </p:cNvSpPr>
          <p:nvPr/>
        </p:nvSpPr>
        <p:spPr>
          <a:xfrm>
            <a:off x="11991975" y="932497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16:30</a:t>
            </a:r>
            <a:r>
              <a:rPr lang="en-US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D2DF81C-0009-4CB3-A262-E2BCD5FEB4F7}"/>
              </a:ext>
            </a:extLst>
          </p:cNvPr>
          <p:cNvSpPr>
            <a:spLocks noGrp="1"/>
          </p:cNvSpPr>
          <p:nvPr/>
        </p:nvSpPr>
        <p:spPr>
          <a:xfrm>
            <a:off x="13649325" y="93249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Return / free time</a:t>
            </a: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DBA8FE9D-0C23-4CB3-B249-E8C0BCEBB1AF}"/>
              </a:ext>
            </a:extLst>
          </p:cNvPr>
          <p:cNvSpPr>
            <a:spLocks noGrp="1"/>
          </p:cNvSpPr>
          <p:nvPr/>
        </p:nvSpPr>
        <p:spPr>
          <a:xfrm>
            <a:off x="16887825" y="5267325"/>
            <a:ext cx="4876800" cy="4533900"/>
          </a:xfrm>
          <a:prstGeom prst="roundRect">
            <a:avLst>
              <a:gd name="adj" fmla="val 1681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16BE971-5781-47FC-9C95-C9BDD26BA738}"/>
              </a:ext>
            </a:extLst>
          </p:cNvPr>
          <p:cNvSpPr>
            <a:spLocks noGrp="1"/>
          </p:cNvSpPr>
          <p:nvPr/>
        </p:nvSpPr>
        <p:spPr>
          <a:xfrm>
            <a:off x="16887825" y="5400675"/>
            <a:ext cx="66675" cy="4267200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F21969E-1813-405B-BDB1-2132BB8EDA7D}"/>
              </a:ext>
            </a:extLst>
          </p:cNvPr>
          <p:cNvSpPr>
            <a:spLocks noGrp="1"/>
          </p:cNvSpPr>
          <p:nvPr/>
        </p:nvSpPr>
        <p:spPr>
          <a:xfrm>
            <a:off x="17192625" y="5372100"/>
            <a:ext cx="43529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ALL DAY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7BE07D0-9AA9-4151-A960-30740114500A}"/>
              </a:ext>
            </a:extLst>
          </p:cNvPr>
          <p:cNvSpPr>
            <a:spLocks noGrp="1"/>
          </p:cNvSpPr>
          <p:nvPr/>
        </p:nvSpPr>
        <p:spPr>
          <a:xfrm>
            <a:off x="17192625" y="6219825"/>
            <a:ext cx="43529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5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Academic exchange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141E898-8330-4B06-901C-F5D1A42501B2}"/>
              </a:ext>
            </a:extLst>
          </p:cNvPr>
          <p:cNvSpPr>
            <a:spLocks noGrp="1"/>
          </p:cNvSpPr>
          <p:nvPr/>
        </p:nvSpPr>
        <p:spPr>
          <a:xfrm>
            <a:off x="17192625" y="6791325"/>
            <a:ext cx="43529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Academia Sinica</a:t>
            </a: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53A61B28-1151-418A-81AF-394A8123A37F}"/>
              </a:ext>
            </a:extLst>
          </p:cNvPr>
          <p:cNvSpPr>
            <a:spLocks noGrp="1"/>
          </p:cNvSpPr>
          <p:nvPr/>
        </p:nvSpPr>
        <p:spPr>
          <a:xfrm>
            <a:off x="1095375" y="1271587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479FE589-426F-4E71-9A20-AEF2B7D5F609}"/>
              </a:ext>
            </a:extLst>
          </p:cNvPr>
          <p:cNvSpPr>
            <a:spLocks noGrp="1"/>
          </p:cNvSpPr>
          <p:nvPr/>
        </p:nvSpPr>
        <p:spPr>
          <a:xfrm>
            <a:off x="1095375" y="1279207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8A84089-3D6B-450F-B40F-4E7F51916724}"/>
              </a:ext>
            </a:extLst>
          </p:cNvPr>
          <p:cNvSpPr>
            <a:spLocks noGrp="1"/>
          </p:cNvSpPr>
          <p:nvPr/>
        </p:nvSpPr>
        <p:spPr>
          <a:xfrm>
            <a:off x="1314450" y="127444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85CCB3B-9AD7-4500-ACDF-163806F7E132}"/>
              </a:ext>
            </a:extLst>
          </p:cNvPr>
          <p:cNvSpPr>
            <a:spLocks noGrp="1"/>
          </p:cNvSpPr>
          <p:nvPr/>
        </p:nvSpPr>
        <p:spPr>
          <a:xfrm>
            <a:off x="4629150" y="127349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C223E757-A6FB-4B17-B6D1-8FEF25438F63}"/>
              </a:ext>
            </a:extLst>
          </p:cNvPr>
          <p:cNvSpPr>
            <a:spLocks noGrp="1"/>
          </p:cNvSpPr>
          <p:nvPr/>
        </p:nvSpPr>
        <p:spPr>
          <a:xfrm>
            <a:off x="1095375" y="1326832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6B55482-C9B4-49D9-83A0-D11B76BDC4CB}"/>
              </a:ext>
            </a:extLst>
          </p:cNvPr>
          <p:cNvSpPr>
            <a:spLocks noGrp="1"/>
          </p:cNvSpPr>
          <p:nvPr/>
        </p:nvSpPr>
        <p:spPr>
          <a:xfrm>
            <a:off x="1095375" y="1334452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B0F7F96-A8BA-4724-9EB7-2F44546F3F76}"/>
              </a:ext>
            </a:extLst>
          </p:cNvPr>
          <p:cNvSpPr>
            <a:spLocks noGrp="1"/>
          </p:cNvSpPr>
          <p:nvPr/>
        </p:nvSpPr>
        <p:spPr>
          <a:xfrm>
            <a:off x="1314450" y="132969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10:10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F9A5374-080D-408B-9F06-A02482FB6015}"/>
              </a:ext>
            </a:extLst>
          </p:cNvPr>
          <p:cNvSpPr>
            <a:spLocks noGrp="1"/>
          </p:cNvSpPr>
          <p:nvPr/>
        </p:nvSpPr>
        <p:spPr>
          <a:xfrm>
            <a:off x="4629150" y="13287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DAB8F114-8188-4298-BF11-E3098565D372}"/>
              </a:ext>
            </a:extLst>
          </p:cNvPr>
          <p:cNvSpPr>
            <a:spLocks noGrp="1"/>
          </p:cNvSpPr>
          <p:nvPr/>
        </p:nvSpPr>
        <p:spPr>
          <a:xfrm>
            <a:off x="1095375" y="13820775"/>
            <a:ext cx="992505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EA180C01-D3C7-4FB6-9950-32CE307A27DC}"/>
              </a:ext>
            </a:extLst>
          </p:cNvPr>
          <p:cNvSpPr>
            <a:spLocks noGrp="1"/>
          </p:cNvSpPr>
          <p:nvPr/>
        </p:nvSpPr>
        <p:spPr>
          <a:xfrm>
            <a:off x="1095375" y="1389697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A0468F7-DACF-4614-A892-CE8ADDE282CE}"/>
              </a:ext>
            </a:extLst>
          </p:cNvPr>
          <p:cNvSpPr>
            <a:spLocks noGrp="1"/>
          </p:cNvSpPr>
          <p:nvPr/>
        </p:nvSpPr>
        <p:spPr>
          <a:xfrm>
            <a:off x="1314450" y="13849350"/>
            <a:ext cx="2095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10:10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10:40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A79AE51-4835-4321-AB10-942D4BBC31B2}"/>
              </a:ext>
            </a:extLst>
          </p:cNvPr>
          <p:cNvSpPr>
            <a:spLocks noGrp="1"/>
          </p:cNvSpPr>
          <p:nvPr/>
        </p:nvSpPr>
        <p:spPr>
          <a:xfrm>
            <a:off x="3571875" y="13839825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1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EAC1DFD-37CE-499A-84B2-0F9EBAC5665B}"/>
              </a:ext>
            </a:extLst>
          </p:cNvPr>
          <p:cNvSpPr>
            <a:spLocks noGrp="1"/>
          </p:cNvSpPr>
          <p:nvPr/>
        </p:nvSpPr>
        <p:spPr>
          <a:xfrm>
            <a:off x="6429375" y="1385887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Analysis</a:t>
            </a:r>
          </a:p>
        </p:txBody>
      </p: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9FC5DDB6-C833-4BEC-88A8-F39F470E92B8}"/>
              </a:ext>
            </a:extLst>
          </p:cNvPr>
          <p:cNvSpPr>
            <a:spLocks noGrp="1"/>
          </p:cNvSpPr>
          <p:nvPr/>
        </p:nvSpPr>
        <p:spPr>
          <a:xfrm>
            <a:off x="1095375" y="14773275"/>
            <a:ext cx="9925050" cy="400050"/>
          </a:xfrm>
          <a:prstGeom prst="roundRect">
            <a:avLst>
              <a:gd name="adj" fmla="val 19048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8302C9BB-234E-4780-9714-901AA56C8F22}"/>
              </a:ext>
            </a:extLst>
          </p:cNvPr>
          <p:cNvSpPr>
            <a:spLocks noGrp="1"/>
          </p:cNvSpPr>
          <p:nvPr/>
        </p:nvSpPr>
        <p:spPr>
          <a:xfrm>
            <a:off x="1095375" y="14849475"/>
            <a:ext cx="57150" cy="2476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7E90D1C-A542-4DBE-A5C4-A47A41ED39D0}"/>
              </a:ext>
            </a:extLst>
          </p:cNvPr>
          <p:cNvSpPr>
            <a:spLocks noGrp="1"/>
          </p:cNvSpPr>
          <p:nvPr/>
        </p:nvSpPr>
        <p:spPr>
          <a:xfrm>
            <a:off x="1314450" y="148018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10:40 - 11:00</a:t>
            </a:r>
            <a:endParaRPr sz="203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D9F7182-AB58-41DC-9130-E38E3DE52536}"/>
              </a:ext>
            </a:extLst>
          </p:cNvPr>
          <p:cNvSpPr>
            <a:spLocks noGrp="1"/>
          </p:cNvSpPr>
          <p:nvPr/>
        </p:nvSpPr>
        <p:spPr>
          <a:xfrm>
            <a:off x="4200525" y="1479232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97EBA483-70A2-4CB1-8521-ED3551EF6C94}"/>
              </a:ext>
            </a:extLst>
          </p:cNvPr>
          <p:cNvSpPr>
            <a:spLocks noGrp="1"/>
          </p:cNvSpPr>
          <p:nvPr/>
        </p:nvSpPr>
        <p:spPr>
          <a:xfrm>
            <a:off x="1095375" y="15211425"/>
            <a:ext cx="992505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1DFDD2F-75D3-41C8-84F9-E33EED8E197D}"/>
              </a:ext>
            </a:extLst>
          </p:cNvPr>
          <p:cNvSpPr>
            <a:spLocks noGrp="1"/>
          </p:cNvSpPr>
          <p:nvPr/>
        </p:nvSpPr>
        <p:spPr>
          <a:xfrm>
            <a:off x="1095375" y="152876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8ABC6B8-E493-4DB6-8B2A-05025817C0CE}"/>
              </a:ext>
            </a:extLst>
          </p:cNvPr>
          <p:cNvSpPr>
            <a:spLocks noGrp="1"/>
          </p:cNvSpPr>
          <p:nvPr/>
        </p:nvSpPr>
        <p:spPr>
          <a:xfrm>
            <a:off x="1314450" y="15240000"/>
            <a:ext cx="2095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11:00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532815A-120C-4F58-8717-F34F1796EF0A}"/>
              </a:ext>
            </a:extLst>
          </p:cNvPr>
          <p:cNvSpPr>
            <a:spLocks noGrp="1"/>
          </p:cNvSpPr>
          <p:nvPr/>
        </p:nvSpPr>
        <p:spPr>
          <a:xfrm>
            <a:off x="3571875" y="15230475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2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CA937B0-4D8E-463B-87DF-051BD1F98131}"/>
              </a:ext>
            </a:extLst>
          </p:cNvPr>
          <p:cNvSpPr>
            <a:spLocks noGrp="1"/>
          </p:cNvSpPr>
          <p:nvPr/>
        </p:nvSpPr>
        <p:spPr>
          <a:xfrm>
            <a:off x="6429375" y="1524952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&amp; Threat Detection</a:t>
            </a: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B012F921-50CA-4E45-BE2E-B351FDAAD542}"/>
              </a:ext>
            </a:extLst>
          </p:cNvPr>
          <p:cNvSpPr>
            <a:spLocks noGrp="1"/>
          </p:cNvSpPr>
          <p:nvPr/>
        </p:nvSpPr>
        <p:spPr>
          <a:xfrm>
            <a:off x="1095375" y="16163925"/>
            <a:ext cx="9925050" cy="476250"/>
          </a:xfrm>
          <a:prstGeom prst="roundRect">
            <a:avLst>
              <a:gd name="adj" fmla="val 16000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908DCEB6-7EB7-4674-9B91-EF62B1283E6A}"/>
              </a:ext>
            </a:extLst>
          </p:cNvPr>
          <p:cNvSpPr>
            <a:spLocks noGrp="1"/>
          </p:cNvSpPr>
          <p:nvPr/>
        </p:nvSpPr>
        <p:spPr>
          <a:xfrm>
            <a:off x="1095375" y="16240125"/>
            <a:ext cx="57150" cy="3238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5F641A5-B6E1-4D36-854A-9E34CE2E4FC0}"/>
              </a:ext>
            </a:extLst>
          </p:cNvPr>
          <p:cNvSpPr>
            <a:spLocks noGrp="1"/>
          </p:cNvSpPr>
          <p:nvPr/>
        </p:nvSpPr>
        <p:spPr>
          <a:xfrm>
            <a:off x="1314450" y="161925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12:00</a:t>
            </a: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13:30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E4E8194-3E00-4543-976C-58BEB89E18BF}"/>
              </a:ext>
            </a:extLst>
          </p:cNvPr>
          <p:cNvSpPr>
            <a:spLocks noGrp="1"/>
          </p:cNvSpPr>
          <p:nvPr/>
        </p:nvSpPr>
        <p:spPr>
          <a:xfrm>
            <a:off x="4200525" y="161829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Lunch &amp; TACC Poster</a:t>
            </a:r>
          </a:p>
        </p:txBody>
      </p:sp>
      <p:sp>
        <p:nvSpPr>
          <p:cNvPr id="130" name="矩形: 圓角 129">
            <a:extLst>
              <a:ext uri="{FF2B5EF4-FFF2-40B4-BE49-F238E27FC236}">
                <a16:creationId xmlns:a16="http://schemas.microsoft.com/office/drawing/2014/main" id="{2954602B-2CEB-47A6-97CB-C992595EB70C}"/>
              </a:ext>
            </a:extLst>
          </p:cNvPr>
          <p:cNvSpPr>
            <a:spLocks noGrp="1"/>
          </p:cNvSpPr>
          <p:nvPr/>
        </p:nvSpPr>
        <p:spPr>
          <a:xfrm>
            <a:off x="1095375" y="16678275"/>
            <a:ext cx="992505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52ABA0A-9EF0-4130-AFCC-33356E466CC5}"/>
              </a:ext>
            </a:extLst>
          </p:cNvPr>
          <p:cNvSpPr>
            <a:spLocks noGrp="1"/>
          </p:cNvSpPr>
          <p:nvPr/>
        </p:nvSpPr>
        <p:spPr>
          <a:xfrm>
            <a:off x="1095375" y="1675447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CFF5365-04D0-42CC-A4F2-9B836B43EAC9}"/>
              </a:ext>
            </a:extLst>
          </p:cNvPr>
          <p:cNvSpPr>
            <a:spLocks noGrp="1"/>
          </p:cNvSpPr>
          <p:nvPr/>
        </p:nvSpPr>
        <p:spPr>
          <a:xfrm>
            <a:off x="1314450" y="16706850"/>
            <a:ext cx="2095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13:30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14:45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2ECA165-FC18-4561-9EBD-3D15F4F802F6}"/>
              </a:ext>
            </a:extLst>
          </p:cNvPr>
          <p:cNvSpPr>
            <a:spLocks noGrp="1"/>
          </p:cNvSpPr>
          <p:nvPr/>
        </p:nvSpPr>
        <p:spPr>
          <a:xfrm>
            <a:off x="3571875" y="16697325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3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9C00533-6D7C-4A2C-B5DF-E88D1FB9382E}"/>
              </a:ext>
            </a:extLst>
          </p:cNvPr>
          <p:cNvSpPr>
            <a:spLocks noGrp="1"/>
          </p:cNvSpPr>
          <p:nvPr/>
        </p:nvSpPr>
        <p:spPr>
          <a:xfrm>
            <a:off x="6429375" y="1671637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Trustworthy Systems &amp; AI Threats</a:t>
            </a:r>
          </a:p>
        </p:txBody>
      </p:sp>
      <p:sp>
        <p:nvSpPr>
          <p:cNvPr id="135" name="矩形: 圓角 134">
            <a:extLst>
              <a:ext uri="{FF2B5EF4-FFF2-40B4-BE49-F238E27FC236}">
                <a16:creationId xmlns:a16="http://schemas.microsoft.com/office/drawing/2014/main" id="{63B40314-DC0D-4C5E-B560-F5824E9D4C9C}"/>
              </a:ext>
            </a:extLst>
          </p:cNvPr>
          <p:cNvSpPr>
            <a:spLocks noGrp="1"/>
          </p:cNvSpPr>
          <p:nvPr/>
        </p:nvSpPr>
        <p:spPr>
          <a:xfrm>
            <a:off x="1095375" y="17630775"/>
            <a:ext cx="9925050" cy="400050"/>
          </a:xfrm>
          <a:prstGeom prst="roundRect">
            <a:avLst>
              <a:gd name="adj" fmla="val 19048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3761570-A20D-494A-936A-36CC1BA80029}"/>
              </a:ext>
            </a:extLst>
          </p:cNvPr>
          <p:cNvSpPr>
            <a:spLocks noGrp="1"/>
          </p:cNvSpPr>
          <p:nvPr/>
        </p:nvSpPr>
        <p:spPr>
          <a:xfrm>
            <a:off x="1095375" y="17706975"/>
            <a:ext cx="57150" cy="2476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A10620D3-006E-40A4-B467-94A29571A307}"/>
              </a:ext>
            </a:extLst>
          </p:cNvPr>
          <p:cNvSpPr>
            <a:spLocks noGrp="1"/>
          </p:cNvSpPr>
          <p:nvPr/>
        </p:nvSpPr>
        <p:spPr>
          <a:xfrm>
            <a:off x="1314450" y="176593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14:45</a:t>
            </a: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15:15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0E0A85E-BF6D-4BA6-90A9-0530D158590E}"/>
              </a:ext>
            </a:extLst>
          </p:cNvPr>
          <p:cNvSpPr>
            <a:spLocks noGrp="1"/>
          </p:cNvSpPr>
          <p:nvPr/>
        </p:nvSpPr>
        <p:spPr>
          <a:xfrm>
            <a:off x="4200525" y="1764982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39" name="矩形: 圓角 138">
            <a:extLst>
              <a:ext uri="{FF2B5EF4-FFF2-40B4-BE49-F238E27FC236}">
                <a16:creationId xmlns:a16="http://schemas.microsoft.com/office/drawing/2014/main" id="{B6E35791-7A79-4A13-96AE-009E8E0C5BD2}"/>
              </a:ext>
            </a:extLst>
          </p:cNvPr>
          <p:cNvSpPr>
            <a:spLocks noGrp="1"/>
          </p:cNvSpPr>
          <p:nvPr/>
        </p:nvSpPr>
        <p:spPr>
          <a:xfrm>
            <a:off x="1095375" y="18068925"/>
            <a:ext cx="992505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7BF9678B-5F1E-490C-A985-5CC4A0C6E90D}"/>
              </a:ext>
            </a:extLst>
          </p:cNvPr>
          <p:cNvSpPr>
            <a:spLocks noGrp="1"/>
          </p:cNvSpPr>
          <p:nvPr/>
        </p:nvSpPr>
        <p:spPr>
          <a:xfrm>
            <a:off x="1095375" y="181451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BCC3E85-6284-489A-B78F-F1D65B6165CA}"/>
              </a:ext>
            </a:extLst>
          </p:cNvPr>
          <p:cNvSpPr>
            <a:spLocks noGrp="1"/>
          </p:cNvSpPr>
          <p:nvPr/>
        </p:nvSpPr>
        <p:spPr>
          <a:xfrm>
            <a:off x="1314450" y="18097500"/>
            <a:ext cx="2095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15:15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16:45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EF93555-A7DC-4F62-8642-D301841391D5}"/>
              </a:ext>
            </a:extLst>
          </p:cNvPr>
          <p:cNvSpPr>
            <a:spLocks noGrp="1"/>
          </p:cNvSpPr>
          <p:nvPr/>
        </p:nvSpPr>
        <p:spPr>
          <a:xfrm>
            <a:off x="3571875" y="18087975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4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248E3989-12B7-4774-B043-06B38F73CC78}"/>
              </a:ext>
            </a:extLst>
          </p:cNvPr>
          <p:cNvSpPr>
            <a:spLocks noGrp="1"/>
          </p:cNvSpPr>
          <p:nvPr/>
        </p:nvSpPr>
        <p:spPr>
          <a:xfrm>
            <a:off x="6429375" y="1810702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&amp; Cyber Threats</a:t>
            </a:r>
          </a:p>
        </p:txBody>
      </p:sp>
      <p:sp>
        <p:nvSpPr>
          <p:cNvPr id="144" name="矩形: 圓角 143">
            <a:extLst>
              <a:ext uri="{FF2B5EF4-FFF2-40B4-BE49-F238E27FC236}">
                <a16:creationId xmlns:a16="http://schemas.microsoft.com/office/drawing/2014/main" id="{51C07B86-FA00-474E-973D-15A1320E3205}"/>
              </a:ext>
            </a:extLst>
          </p:cNvPr>
          <p:cNvSpPr>
            <a:spLocks noGrp="1"/>
          </p:cNvSpPr>
          <p:nvPr/>
        </p:nvSpPr>
        <p:spPr>
          <a:xfrm>
            <a:off x="1095375" y="1902142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4F9E8BBA-4963-4FD9-BDEB-4DDBFADE5C0A}"/>
              </a:ext>
            </a:extLst>
          </p:cNvPr>
          <p:cNvSpPr>
            <a:spLocks noGrp="1"/>
          </p:cNvSpPr>
          <p:nvPr/>
        </p:nvSpPr>
        <p:spPr>
          <a:xfrm>
            <a:off x="1095375" y="1909762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1E595394-442A-435C-A629-7D75698E572D}"/>
              </a:ext>
            </a:extLst>
          </p:cNvPr>
          <p:cNvSpPr>
            <a:spLocks noGrp="1"/>
          </p:cNvSpPr>
          <p:nvPr/>
        </p:nvSpPr>
        <p:spPr>
          <a:xfrm>
            <a:off x="1314450" y="190500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16:45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17:00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BB5B35D-FAC2-4EA1-A474-ADAAD241BDE0}"/>
              </a:ext>
            </a:extLst>
          </p:cNvPr>
          <p:cNvSpPr>
            <a:spLocks noGrp="1"/>
          </p:cNvSpPr>
          <p:nvPr/>
        </p:nvSpPr>
        <p:spPr>
          <a:xfrm>
            <a:off x="4629150" y="190404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148" name="矩形: 圓角 147">
            <a:extLst>
              <a:ext uri="{FF2B5EF4-FFF2-40B4-BE49-F238E27FC236}">
                <a16:creationId xmlns:a16="http://schemas.microsoft.com/office/drawing/2014/main" id="{6DEA9AF4-E3D5-44C8-A798-FAB172BC28B6}"/>
              </a:ext>
            </a:extLst>
          </p:cNvPr>
          <p:cNvSpPr>
            <a:spLocks noGrp="1"/>
          </p:cNvSpPr>
          <p:nvPr/>
        </p:nvSpPr>
        <p:spPr>
          <a:xfrm>
            <a:off x="1095375" y="1957387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1BEFF7B-D60C-4C93-B42E-ECF7B9C51108}"/>
              </a:ext>
            </a:extLst>
          </p:cNvPr>
          <p:cNvSpPr>
            <a:spLocks noGrp="1"/>
          </p:cNvSpPr>
          <p:nvPr/>
        </p:nvSpPr>
        <p:spPr>
          <a:xfrm>
            <a:off x="1095375" y="19650075"/>
            <a:ext cx="57150" cy="361950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2D393EC-FB17-4082-BDF2-54C0EA96F862}"/>
              </a:ext>
            </a:extLst>
          </p:cNvPr>
          <p:cNvSpPr>
            <a:spLocks noGrp="1"/>
          </p:cNvSpPr>
          <p:nvPr/>
        </p:nvSpPr>
        <p:spPr>
          <a:xfrm>
            <a:off x="1314450" y="196024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19:00</a:t>
            </a:r>
            <a:r>
              <a:rPr lang="en-US"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21:30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34A2C32-7D28-4ADA-88DA-E475017BB834}"/>
              </a:ext>
            </a:extLst>
          </p:cNvPr>
          <p:cNvSpPr>
            <a:spLocks noGrp="1"/>
          </p:cNvSpPr>
          <p:nvPr/>
        </p:nvSpPr>
        <p:spPr>
          <a:xfrm>
            <a:off x="4629150" y="195929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Banquet</a:t>
            </a:r>
          </a:p>
        </p:txBody>
      </p:sp>
      <p:sp>
        <p:nvSpPr>
          <p:cNvPr id="152" name="矩形: 圓角 151">
            <a:extLst>
              <a:ext uri="{FF2B5EF4-FFF2-40B4-BE49-F238E27FC236}">
                <a16:creationId xmlns:a16="http://schemas.microsoft.com/office/drawing/2014/main" id="{22F6FFA1-DE9C-4A42-836A-DBC97072AA00}"/>
              </a:ext>
            </a:extLst>
          </p:cNvPr>
          <p:cNvSpPr>
            <a:spLocks noGrp="1"/>
          </p:cNvSpPr>
          <p:nvPr/>
        </p:nvSpPr>
        <p:spPr>
          <a:xfrm>
            <a:off x="11839575" y="1271587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CD76AA39-3917-4F43-B8D2-C91EE7463EE2}"/>
              </a:ext>
            </a:extLst>
          </p:cNvPr>
          <p:cNvSpPr>
            <a:spLocks noGrp="1"/>
          </p:cNvSpPr>
          <p:nvPr/>
        </p:nvSpPr>
        <p:spPr>
          <a:xfrm>
            <a:off x="11839575" y="1279207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8D929B42-B72A-4BE2-8944-ED0A940FD160}"/>
              </a:ext>
            </a:extLst>
          </p:cNvPr>
          <p:cNvSpPr>
            <a:spLocks noGrp="1"/>
          </p:cNvSpPr>
          <p:nvPr/>
        </p:nvSpPr>
        <p:spPr>
          <a:xfrm>
            <a:off x="12058650" y="127444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8A41100-95BC-49BB-9C3C-5BA66BFDA0CB}"/>
              </a:ext>
            </a:extLst>
          </p:cNvPr>
          <p:cNvSpPr>
            <a:spLocks noGrp="1"/>
          </p:cNvSpPr>
          <p:nvPr/>
        </p:nvSpPr>
        <p:spPr>
          <a:xfrm>
            <a:off x="15373350" y="127349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57" name="矩形: 圓角 156">
            <a:extLst>
              <a:ext uri="{FF2B5EF4-FFF2-40B4-BE49-F238E27FC236}">
                <a16:creationId xmlns:a16="http://schemas.microsoft.com/office/drawing/2014/main" id="{D2826231-46C7-4CD1-9569-DCA6AE893AA2}"/>
              </a:ext>
            </a:extLst>
          </p:cNvPr>
          <p:cNvSpPr>
            <a:spLocks noGrp="1"/>
          </p:cNvSpPr>
          <p:nvPr/>
        </p:nvSpPr>
        <p:spPr>
          <a:xfrm>
            <a:off x="11839575" y="1326832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D3964AC2-2EAC-4D69-9C7E-2F57ADB71312}"/>
              </a:ext>
            </a:extLst>
          </p:cNvPr>
          <p:cNvSpPr>
            <a:spLocks noGrp="1"/>
          </p:cNvSpPr>
          <p:nvPr/>
        </p:nvSpPr>
        <p:spPr>
          <a:xfrm>
            <a:off x="11839575" y="1334452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0E843AC2-BB12-4FD4-B3DF-18C976D7B618}"/>
              </a:ext>
            </a:extLst>
          </p:cNvPr>
          <p:cNvSpPr>
            <a:spLocks noGrp="1"/>
          </p:cNvSpPr>
          <p:nvPr/>
        </p:nvSpPr>
        <p:spPr>
          <a:xfrm>
            <a:off x="12058650" y="132969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09:50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EEBE563D-FCCE-4DBF-973D-02ACE2D79FF1}"/>
              </a:ext>
            </a:extLst>
          </p:cNvPr>
          <p:cNvSpPr>
            <a:spLocks noGrp="1"/>
          </p:cNvSpPr>
          <p:nvPr/>
        </p:nvSpPr>
        <p:spPr>
          <a:xfrm>
            <a:off x="15373350" y="13287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626B6E89-3C72-402D-87B5-A8260B8ABCF2}"/>
              </a:ext>
            </a:extLst>
          </p:cNvPr>
          <p:cNvSpPr>
            <a:spLocks noGrp="1"/>
          </p:cNvSpPr>
          <p:nvPr/>
        </p:nvSpPr>
        <p:spPr>
          <a:xfrm>
            <a:off x="11839575" y="13820775"/>
            <a:ext cx="992505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CEBF8EA-B803-45FB-AC73-F1C4E392E8AD}"/>
              </a:ext>
            </a:extLst>
          </p:cNvPr>
          <p:cNvSpPr>
            <a:spLocks noGrp="1"/>
          </p:cNvSpPr>
          <p:nvPr/>
        </p:nvSpPr>
        <p:spPr>
          <a:xfrm>
            <a:off x="11839575" y="1389697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E1989846-8174-4542-956F-A5F3B8AFE83B}"/>
              </a:ext>
            </a:extLst>
          </p:cNvPr>
          <p:cNvSpPr>
            <a:spLocks noGrp="1"/>
          </p:cNvSpPr>
          <p:nvPr/>
        </p:nvSpPr>
        <p:spPr>
          <a:xfrm>
            <a:off x="12058650" y="13849350"/>
            <a:ext cx="2095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09:50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10:50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BC9793A-F267-411D-818B-E4CEB4E474DF}"/>
              </a:ext>
            </a:extLst>
          </p:cNvPr>
          <p:cNvSpPr>
            <a:spLocks noGrp="1"/>
          </p:cNvSpPr>
          <p:nvPr/>
        </p:nvSpPr>
        <p:spPr>
          <a:xfrm>
            <a:off x="14316075" y="13839825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Joint session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B17A7E01-E9A8-4666-B992-93A66EB08073}"/>
              </a:ext>
            </a:extLst>
          </p:cNvPr>
          <p:cNvSpPr>
            <a:spLocks noGrp="1"/>
          </p:cNvSpPr>
          <p:nvPr/>
        </p:nvSpPr>
        <p:spPr>
          <a:xfrm>
            <a:off x="17173575" y="1385887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4D7095"/>
                </a:solidFill>
                <a:latin typeface="Arial"/>
                <a:ea typeface="Arial"/>
                <a:cs typeface="Arial"/>
              </a:rPr>
              <a:t>AI Security · 20-minute talks</a:t>
            </a:r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AA92317B-C29F-4F7C-9F07-C08906DDC500}"/>
              </a:ext>
            </a:extLst>
          </p:cNvPr>
          <p:cNvSpPr>
            <a:spLocks noGrp="1"/>
          </p:cNvSpPr>
          <p:nvPr/>
        </p:nvSpPr>
        <p:spPr>
          <a:xfrm>
            <a:off x="11839575" y="14773275"/>
            <a:ext cx="9925050" cy="400050"/>
          </a:xfrm>
          <a:prstGeom prst="roundRect">
            <a:avLst>
              <a:gd name="adj" fmla="val 19048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A3112637-073A-474A-9A5B-EA8235DEB535}"/>
              </a:ext>
            </a:extLst>
          </p:cNvPr>
          <p:cNvSpPr>
            <a:spLocks noGrp="1"/>
          </p:cNvSpPr>
          <p:nvPr/>
        </p:nvSpPr>
        <p:spPr>
          <a:xfrm>
            <a:off x="11839575" y="14849475"/>
            <a:ext cx="57150" cy="2476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061D838B-E310-4146-9D82-B98870639D69}"/>
              </a:ext>
            </a:extLst>
          </p:cNvPr>
          <p:cNvSpPr>
            <a:spLocks noGrp="1"/>
          </p:cNvSpPr>
          <p:nvPr/>
        </p:nvSpPr>
        <p:spPr>
          <a:xfrm>
            <a:off x="12058650" y="148018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10:50</a:t>
            </a: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11:15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FEC28D62-5C22-4A12-88F6-4C34CC4CB295}"/>
              </a:ext>
            </a:extLst>
          </p:cNvPr>
          <p:cNvSpPr>
            <a:spLocks noGrp="1"/>
          </p:cNvSpPr>
          <p:nvPr/>
        </p:nvSpPr>
        <p:spPr>
          <a:xfrm>
            <a:off x="14944725" y="1479232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AB985A0-FF1C-4A0B-BCED-C8E92E6ECCA8}"/>
              </a:ext>
            </a:extLst>
          </p:cNvPr>
          <p:cNvSpPr>
            <a:spLocks noGrp="1"/>
          </p:cNvSpPr>
          <p:nvPr/>
        </p:nvSpPr>
        <p:spPr>
          <a:xfrm>
            <a:off x="12058650" y="15344775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1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F476D72-9EE7-4F0D-93CA-C9F887B7DFAD}"/>
              </a:ext>
            </a:extLst>
          </p:cNvPr>
          <p:cNvSpPr>
            <a:spLocks noGrp="1"/>
          </p:cNvSpPr>
          <p:nvPr/>
        </p:nvSpPr>
        <p:spPr>
          <a:xfrm>
            <a:off x="12058650" y="156591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11:15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181302F0-FD6E-46E2-A428-18D30D32A5C3}"/>
              </a:ext>
            </a:extLst>
          </p:cNvPr>
          <p:cNvSpPr>
            <a:spLocks noGrp="1"/>
          </p:cNvSpPr>
          <p:nvPr/>
        </p:nvSpPr>
        <p:spPr>
          <a:xfrm>
            <a:off x="14077950" y="15211425"/>
            <a:ext cx="3800475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9C756234-EA69-4259-8AF7-791A186F102C}"/>
              </a:ext>
            </a:extLst>
          </p:cNvPr>
          <p:cNvSpPr>
            <a:spLocks noGrp="1"/>
          </p:cNvSpPr>
          <p:nvPr/>
        </p:nvSpPr>
        <p:spPr>
          <a:xfrm>
            <a:off x="17992725" y="15211425"/>
            <a:ext cx="377190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55F52BF5-D3A7-4E56-8188-6DCBBC789292}"/>
              </a:ext>
            </a:extLst>
          </p:cNvPr>
          <p:cNvSpPr>
            <a:spLocks noGrp="1"/>
          </p:cNvSpPr>
          <p:nvPr/>
        </p:nvSpPr>
        <p:spPr>
          <a:xfrm>
            <a:off x="14077950" y="152876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64F21719-0937-4447-BD7B-74D1D252C29F}"/>
              </a:ext>
            </a:extLst>
          </p:cNvPr>
          <p:cNvSpPr>
            <a:spLocks noGrp="1"/>
          </p:cNvSpPr>
          <p:nvPr/>
        </p:nvSpPr>
        <p:spPr>
          <a:xfrm>
            <a:off x="17992725" y="152876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CDA51080-9158-4597-B557-A3D8E3B3F58F}"/>
              </a:ext>
            </a:extLst>
          </p:cNvPr>
          <p:cNvSpPr>
            <a:spLocks noGrp="1"/>
          </p:cNvSpPr>
          <p:nvPr/>
        </p:nvSpPr>
        <p:spPr>
          <a:xfrm>
            <a:off x="14192250" y="15240000"/>
            <a:ext cx="3571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33443F0-DE10-4547-875D-FDF20B130974}"/>
              </a:ext>
            </a:extLst>
          </p:cNvPr>
          <p:cNvSpPr>
            <a:spLocks noGrp="1"/>
          </p:cNvSpPr>
          <p:nvPr/>
        </p:nvSpPr>
        <p:spPr>
          <a:xfrm>
            <a:off x="18116550" y="15240000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(1)</a:t>
            </a:r>
          </a:p>
        </p:txBody>
      </p:sp>
      <p:sp>
        <p:nvSpPr>
          <p:cNvPr id="180" name="矩形: 圓角 179">
            <a:extLst>
              <a:ext uri="{FF2B5EF4-FFF2-40B4-BE49-F238E27FC236}">
                <a16:creationId xmlns:a16="http://schemas.microsoft.com/office/drawing/2014/main" id="{65A368FD-41FF-4D68-80D0-60D7357E4132}"/>
              </a:ext>
            </a:extLst>
          </p:cNvPr>
          <p:cNvSpPr>
            <a:spLocks noGrp="1"/>
          </p:cNvSpPr>
          <p:nvPr/>
        </p:nvSpPr>
        <p:spPr>
          <a:xfrm>
            <a:off x="11839575" y="16163925"/>
            <a:ext cx="9925050" cy="476250"/>
          </a:xfrm>
          <a:prstGeom prst="roundRect">
            <a:avLst>
              <a:gd name="adj" fmla="val 16000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9BE3975-0E36-485A-980D-2CB1599F4325}"/>
              </a:ext>
            </a:extLst>
          </p:cNvPr>
          <p:cNvSpPr>
            <a:spLocks noGrp="1"/>
          </p:cNvSpPr>
          <p:nvPr/>
        </p:nvSpPr>
        <p:spPr>
          <a:xfrm>
            <a:off x="11839575" y="16240125"/>
            <a:ext cx="57150" cy="3238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04DA3E9-6423-4F74-897A-DC0496598BD2}"/>
              </a:ext>
            </a:extLst>
          </p:cNvPr>
          <p:cNvSpPr>
            <a:spLocks noGrp="1"/>
          </p:cNvSpPr>
          <p:nvPr/>
        </p:nvSpPr>
        <p:spPr>
          <a:xfrm>
            <a:off x="12058650" y="161925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12:00</a:t>
            </a: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13:30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EB0F0A4D-0159-45AA-8742-F8B559663868}"/>
              </a:ext>
            </a:extLst>
          </p:cNvPr>
          <p:cNvSpPr>
            <a:spLocks noGrp="1"/>
          </p:cNvSpPr>
          <p:nvPr/>
        </p:nvSpPr>
        <p:spPr>
          <a:xfrm>
            <a:off x="14944725" y="161829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Lunch &amp; posters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44E8A9E8-5464-47B8-8F12-7DE0EA69E884}"/>
              </a:ext>
            </a:extLst>
          </p:cNvPr>
          <p:cNvSpPr>
            <a:spLocks noGrp="1"/>
          </p:cNvSpPr>
          <p:nvPr/>
        </p:nvSpPr>
        <p:spPr>
          <a:xfrm>
            <a:off x="12058650" y="16811625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2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4289BA94-D236-4EAE-8D85-19E28324DEB9}"/>
              </a:ext>
            </a:extLst>
          </p:cNvPr>
          <p:cNvSpPr>
            <a:spLocks noGrp="1"/>
          </p:cNvSpPr>
          <p:nvPr/>
        </p:nvSpPr>
        <p:spPr>
          <a:xfrm>
            <a:off x="12058650" y="1712595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13:30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14:45</a:t>
            </a:r>
          </a:p>
        </p:txBody>
      </p:sp>
      <p:sp>
        <p:nvSpPr>
          <p:cNvPr id="187" name="矩形: 圓角 186">
            <a:extLst>
              <a:ext uri="{FF2B5EF4-FFF2-40B4-BE49-F238E27FC236}">
                <a16:creationId xmlns:a16="http://schemas.microsoft.com/office/drawing/2014/main" id="{C7C23127-680D-4DBF-84EC-3159675F9D92}"/>
              </a:ext>
            </a:extLst>
          </p:cNvPr>
          <p:cNvSpPr>
            <a:spLocks noGrp="1"/>
          </p:cNvSpPr>
          <p:nvPr/>
        </p:nvSpPr>
        <p:spPr>
          <a:xfrm>
            <a:off x="14077950" y="16678275"/>
            <a:ext cx="3800475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88" name="矩形: 圓角 187">
            <a:extLst>
              <a:ext uri="{FF2B5EF4-FFF2-40B4-BE49-F238E27FC236}">
                <a16:creationId xmlns:a16="http://schemas.microsoft.com/office/drawing/2014/main" id="{45BB8FE2-8FF6-40E1-9B7A-C6106989B1AC}"/>
              </a:ext>
            </a:extLst>
          </p:cNvPr>
          <p:cNvSpPr>
            <a:spLocks noGrp="1"/>
          </p:cNvSpPr>
          <p:nvPr/>
        </p:nvSpPr>
        <p:spPr>
          <a:xfrm>
            <a:off x="17992725" y="16678275"/>
            <a:ext cx="377190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0E76362-C9B0-4B94-94F1-1754E6775A16}"/>
              </a:ext>
            </a:extLst>
          </p:cNvPr>
          <p:cNvSpPr>
            <a:spLocks noGrp="1"/>
          </p:cNvSpPr>
          <p:nvPr/>
        </p:nvSpPr>
        <p:spPr>
          <a:xfrm>
            <a:off x="14077950" y="1675447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E8E8E43-D180-4E03-BE92-F8242B390847}"/>
              </a:ext>
            </a:extLst>
          </p:cNvPr>
          <p:cNvSpPr>
            <a:spLocks noGrp="1"/>
          </p:cNvSpPr>
          <p:nvPr/>
        </p:nvSpPr>
        <p:spPr>
          <a:xfrm>
            <a:off x="17992725" y="1675447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1BD71723-05F5-48BC-88D7-4AC42247A5C2}"/>
              </a:ext>
            </a:extLst>
          </p:cNvPr>
          <p:cNvSpPr>
            <a:spLocks noGrp="1"/>
          </p:cNvSpPr>
          <p:nvPr/>
        </p:nvSpPr>
        <p:spPr>
          <a:xfrm>
            <a:off x="14192250" y="16706850"/>
            <a:ext cx="3571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Cybersecurity </a:t>
            </a:r>
            <a:endParaRPr lang="en-US" sz="2400" b="1" dirty="0">
              <a:solidFill>
                <a:srgbClr val="17345A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10000"/>
              </a:lnSpc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&amp; Wireless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CC0123C7-56F2-43DB-9E7D-272F64B27EB3}"/>
              </a:ext>
            </a:extLst>
          </p:cNvPr>
          <p:cNvSpPr>
            <a:spLocks noGrp="1"/>
          </p:cNvSpPr>
          <p:nvPr/>
        </p:nvSpPr>
        <p:spPr>
          <a:xfrm>
            <a:off x="18116550" y="16706850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(2)</a:t>
            </a:r>
          </a:p>
        </p:txBody>
      </p:sp>
      <p:sp>
        <p:nvSpPr>
          <p:cNvPr id="193" name="矩形: 圓角 192">
            <a:extLst>
              <a:ext uri="{FF2B5EF4-FFF2-40B4-BE49-F238E27FC236}">
                <a16:creationId xmlns:a16="http://schemas.microsoft.com/office/drawing/2014/main" id="{BA9CDB6F-B3F5-437D-AE7C-E9670E022A9A}"/>
              </a:ext>
            </a:extLst>
          </p:cNvPr>
          <p:cNvSpPr>
            <a:spLocks noGrp="1"/>
          </p:cNvSpPr>
          <p:nvPr/>
        </p:nvSpPr>
        <p:spPr>
          <a:xfrm>
            <a:off x="11839575" y="17630775"/>
            <a:ext cx="9925050" cy="400050"/>
          </a:xfrm>
          <a:prstGeom prst="roundRect">
            <a:avLst>
              <a:gd name="adj" fmla="val 19048"/>
            </a:avLst>
          </a:prstGeom>
          <a:solidFill>
            <a:srgbClr val="D87A7A"/>
          </a:solidFill>
          <a:ln w="0">
            <a:noFill/>
          </a:ln>
        </p:spPr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3C3B7396-35DD-4E66-9F1E-6BAD775A80B5}"/>
              </a:ext>
            </a:extLst>
          </p:cNvPr>
          <p:cNvSpPr>
            <a:spLocks noGrp="1"/>
          </p:cNvSpPr>
          <p:nvPr/>
        </p:nvSpPr>
        <p:spPr>
          <a:xfrm>
            <a:off x="11839575" y="17706975"/>
            <a:ext cx="57150" cy="247650"/>
          </a:xfrm>
          <a:prstGeom prst="rect">
            <a:avLst/>
          </a:prstGeom>
          <a:solidFill>
            <a:srgbClr val="F5DCE0"/>
          </a:solidFill>
          <a:ln w="0">
            <a:noFill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B75A253-6815-461A-8FF0-EC8DB2945212}"/>
              </a:ext>
            </a:extLst>
          </p:cNvPr>
          <p:cNvSpPr>
            <a:spLocks noGrp="1"/>
          </p:cNvSpPr>
          <p:nvPr/>
        </p:nvSpPr>
        <p:spPr>
          <a:xfrm>
            <a:off x="12058650" y="176593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14:45</a:t>
            </a:r>
            <a:r>
              <a:rPr lang="en-US"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r>
              <a:rPr sz="20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15:15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641FEDF7-9367-4601-B554-AAAD90668318}"/>
              </a:ext>
            </a:extLst>
          </p:cNvPr>
          <p:cNvSpPr>
            <a:spLocks noGrp="1"/>
          </p:cNvSpPr>
          <p:nvPr/>
        </p:nvSpPr>
        <p:spPr>
          <a:xfrm>
            <a:off x="14944725" y="1764982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BAD5045-5840-4AF4-A722-B51FD9238E37}"/>
              </a:ext>
            </a:extLst>
          </p:cNvPr>
          <p:cNvSpPr>
            <a:spLocks noGrp="1"/>
          </p:cNvSpPr>
          <p:nvPr/>
        </p:nvSpPr>
        <p:spPr>
          <a:xfrm>
            <a:off x="12058650" y="18202275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3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A0D94CB7-376E-4CB8-8D0E-BF11614D34CB}"/>
              </a:ext>
            </a:extLst>
          </p:cNvPr>
          <p:cNvSpPr>
            <a:spLocks noGrp="1"/>
          </p:cNvSpPr>
          <p:nvPr/>
        </p:nvSpPr>
        <p:spPr>
          <a:xfrm>
            <a:off x="12058650" y="185166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15:15</a:t>
            </a:r>
            <a:r>
              <a:rPr lang="en-US"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0055A4"/>
                </a:solidFill>
                <a:latin typeface="Arial"/>
                <a:ea typeface="Arial"/>
                <a:cs typeface="Arial"/>
              </a:rPr>
              <a:t>16:45</a:t>
            </a:r>
          </a:p>
        </p:txBody>
      </p:sp>
      <p:sp>
        <p:nvSpPr>
          <p:cNvPr id="199" name="矩形: 圓角 198">
            <a:extLst>
              <a:ext uri="{FF2B5EF4-FFF2-40B4-BE49-F238E27FC236}">
                <a16:creationId xmlns:a16="http://schemas.microsoft.com/office/drawing/2014/main" id="{78191774-EBFF-4944-B694-87B9D74AEEBF}"/>
              </a:ext>
            </a:extLst>
          </p:cNvPr>
          <p:cNvSpPr>
            <a:spLocks noGrp="1"/>
          </p:cNvSpPr>
          <p:nvPr/>
        </p:nvSpPr>
        <p:spPr>
          <a:xfrm>
            <a:off x="14077950" y="18068925"/>
            <a:ext cx="3800475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200" name="矩形: 圓角 199">
            <a:extLst>
              <a:ext uri="{FF2B5EF4-FFF2-40B4-BE49-F238E27FC236}">
                <a16:creationId xmlns:a16="http://schemas.microsoft.com/office/drawing/2014/main" id="{7912949C-9482-4117-B85A-E8364A9A49D3}"/>
              </a:ext>
            </a:extLst>
          </p:cNvPr>
          <p:cNvSpPr>
            <a:spLocks noGrp="1"/>
          </p:cNvSpPr>
          <p:nvPr/>
        </p:nvSpPr>
        <p:spPr>
          <a:xfrm>
            <a:off x="17992725" y="18068925"/>
            <a:ext cx="3771900" cy="914400"/>
          </a:xfrm>
          <a:prstGeom prst="roundRect">
            <a:avLst>
              <a:gd name="adj" fmla="val 8333"/>
            </a:avLst>
          </a:prstGeom>
          <a:solidFill>
            <a:srgbClr val="C8DDF1"/>
          </a:solidFill>
          <a:ln w="0">
            <a:noFill/>
          </a:ln>
        </p:spPr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DC7A142-EB4F-4500-8157-DA5BC73F130E}"/>
              </a:ext>
            </a:extLst>
          </p:cNvPr>
          <p:cNvSpPr>
            <a:spLocks noGrp="1"/>
          </p:cNvSpPr>
          <p:nvPr/>
        </p:nvSpPr>
        <p:spPr>
          <a:xfrm>
            <a:off x="14077950" y="181451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7C85AFC4-2F24-47DA-9B45-36297B10A993}"/>
              </a:ext>
            </a:extLst>
          </p:cNvPr>
          <p:cNvSpPr>
            <a:spLocks noGrp="1"/>
          </p:cNvSpPr>
          <p:nvPr/>
        </p:nvSpPr>
        <p:spPr>
          <a:xfrm>
            <a:off x="17992725" y="18145125"/>
            <a:ext cx="57150" cy="762000"/>
          </a:xfrm>
          <a:prstGeom prst="rect">
            <a:avLst/>
          </a:prstGeom>
          <a:solidFill>
            <a:srgbClr val="0055A4"/>
          </a:solidFill>
          <a:ln w="0">
            <a:noFill/>
          </a:ln>
        </p:spPr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0BFDD7FD-2140-4C35-9B73-9AA040D1831F}"/>
              </a:ext>
            </a:extLst>
          </p:cNvPr>
          <p:cNvSpPr>
            <a:spLocks noGrp="1"/>
          </p:cNvSpPr>
          <p:nvPr/>
        </p:nvSpPr>
        <p:spPr>
          <a:xfrm>
            <a:off x="14192250" y="18097500"/>
            <a:ext cx="3571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Hardware &amp; Crypto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39C7BE5F-8336-41A3-BE36-2D36ADC1E92F}"/>
              </a:ext>
            </a:extLst>
          </p:cNvPr>
          <p:cNvSpPr>
            <a:spLocks noGrp="1"/>
          </p:cNvSpPr>
          <p:nvPr/>
        </p:nvSpPr>
        <p:spPr>
          <a:xfrm>
            <a:off x="18116550" y="18097500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(3)</a:t>
            </a:r>
          </a:p>
        </p:txBody>
      </p:sp>
      <p:sp>
        <p:nvSpPr>
          <p:cNvPr id="205" name="矩形: 圓角 204">
            <a:extLst>
              <a:ext uri="{FF2B5EF4-FFF2-40B4-BE49-F238E27FC236}">
                <a16:creationId xmlns:a16="http://schemas.microsoft.com/office/drawing/2014/main" id="{66A7E58A-D6CF-4592-9B7E-33630006BE1A}"/>
              </a:ext>
            </a:extLst>
          </p:cNvPr>
          <p:cNvSpPr>
            <a:spLocks noGrp="1"/>
          </p:cNvSpPr>
          <p:nvPr/>
        </p:nvSpPr>
        <p:spPr>
          <a:xfrm>
            <a:off x="11839575" y="1902142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BAA7166F-7F2E-4E47-9935-AB6E61B576EC}"/>
              </a:ext>
            </a:extLst>
          </p:cNvPr>
          <p:cNvSpPr>
            <a:spLocks noGrp="1"/>
          </p:cNvSpPr>
          <p:nvPr/>
        </p:nvSpPr>
        <p:spPr>
          <a:xfrm>
            <a:off x="11839575" y="19097625"/>
            <a:ext cx="57150" cy="361950"/>
          </a:xfrm>
          <a:prstGeom prst="rect">
            <a:avLst/>
          </a:prstGeom>
          <a:solidFill>
            <a:srgbClr val="687E99"/>
          </a:solidFill>
          <a:ln w="0">
            <a:noFill/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270C1F99-6857-4B7E-8EBA-0A1E6C4A5BB3}"/>
              </a:ext>
            </a:extLst>
          </p:cNvPr>
          <p:cNvSpPr>
            <a:spLocks noGrp="1"/>
          </p:cNvSpPr>
          <p:nvPr/>
        </p:nvSpPr>
        <p:spPr>
          <a:xfrm>
            <a:off x="12058650" y="190500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16:45</a:t>
            </a:r>
            <a:r>
              <a:rPr lang="en-US"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687E99"/>
                </a:solidFill>
                <a:latin typeface="Arial"/>
                <a:ea typeface="Arial"/>
                <a:cs typeface="Arial"/>
              </a:rPr>
              <a:t>17:00</a:t>
            </a: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B6AB12BA-4F58-4E7B-9F6D-90230391D956}"/>
              </a:ext>
            </a:extLst>
          </p:cNvPr>
          <p:cNvSpPr>
            <a:spLocks noGrp="1"/>
          </p:cNvSpPr>
          <p:nvPr/>
        </p:nvSpPr>
        <p:spPr>
          <a:xfrm>
            <a:off x="15373350" y="190404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210" name="矩形: 圓角 209">
            <a:extLst>
              <a:ext uri="{FF2B5EF4-FFF2-40B4-BE49-F238E27FC236}">
                <a16:creationId xmlns:a16="http://schemas.microsoft.com/office/drawing/2014/main" id="{2217C0CF-4087-4211-AB3C-5DB3D37BD727}"/>
              </a:ext>
            </a:extLst>
          </p:cNvPr>
          <p:cNvSpPr>
            <a:spLocks noGrp="1"/>
          </p:cNvSpPr>
          <p:nvPr/>
        </p:nvSpPr>
        <p:spPr>
          <a:xfrm>
            <a:off x="11839575" y="19573875"/>
            <a:ext cx="9925050" cy="514350"/>
          </a:xfrm>
          <a:prstGeom prst="roundRect">
            <a:avLst>
              <a:gd name="adj" fmla="val 14815"/>
            </a:avLst>
          </a:prstGeom>
          <a:solidFill>
            <a:srgbClr val="FDEBEA"/>
          </a:solidFill>
          <a:ln w="0">
            <a:noFill/>
          </a:ln>
        </p:spPr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C4996AB9-50FE-47F0-9591-6F85D353A1C3}"/>
              </a:ext>
            </a:extLst>
          </p:cNvPr>
          <p:cNvSpPr>
            <a:spLocks noGrp="1"/>
          </p:cNvSpPr>
          <p:nvPr/>
        </p:nvSpPr>
        <p:spPr>
          <a:xfrm>
            <a:off x="11839575" y="19650075"/>
            <a:ext cx="57150" cy="361950"/>
          </a:xfrm>
          <a:prstGeom prst="rect">
            <a:avLst/>
          </a:prstGeom>
          <a:solidFill>
            <a:srgbClr val="D62828"/>
          </a:solidFill>
          <a:ln w="0">
            <a:noFill/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6655DFCE-3A1F-40E7-B196-1F16EE1F1C99}"/>
              </a:ext>
            </a:extLst>
          </p:cNvPr>
          <p:cNvSpPr>
            <a:spLocks noGrp="1"/>
          </p:cNvSpPr>
          <p:nvPr/>
        </p:nvSpPr>
        <p:spPr>
          <a:xfrm>
            <a:off x="12058650" y="196024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19:00</a:t>
            </a:r>
            <a:r>
              <a:rPr lang="en-US"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 - </a:t>
            </a:r>
            <a:r>
              <a:rPr sz="2025" b="1" dirty="0">
                <a:solidFill>
                  <a:srgbClr val="D62828"/>
                </a:solidFill>
                <a:latin typeface="Arial"/>
                <a:ea typeface="Arial"/>
                <a:cs typeface="Arial"/>
              </a:rPr>
              <a:t>21:30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401DBC62-FD53-4E19-AA99-67D0938E73A9}"/>
              </a:ext>
            </a:extLst>
          </p:cNvPr>
          <p:cNvSpPr>
            <a:spLocks noGrp="1"/>
          </p:cNvSpPr>
          <p:nvPr/>
        </p:nvSpPr>
        <p:spPr>
          <a:xfrm>
            <a:off x="15373350" y="195929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Farewell party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A12FDDAA-61B9-4B6A-8B50-711C07566CD7}"/>
              </a:ext>
            </a:extLst>
          </p:cNvPr>
          <p:cNvSpPr>
            <a:spLocks noGrp="1"/>
          </p:cNvSpPr>
          <p:nvPr/>
        </p:nvSpPr>
        <p:spPr>
          <a:xfrm>
            <a:off x="857250" y="21240750"/>
            <a:ext cx="21145500" cy="19050"/>
          </a:xfrm>
          <a:prstGeom prst="rect">
            <a:avLst/>
          </a:prstGeom>
          <a:solidFill>
            <a:srgbClr val="D9E3EE"/>
          </a:solidFill>
          <a:ln w="0">
            <a:noFill/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6458ED46-C9AF-469C-9765-17F8E16F36DF}"/>
              </a:ext>
            </a:extLst>
          </p:cNvPr>
          <p:cNvSpPr>
            <a:spLocks noGrp="1"/>
          </p:cNvSpPr>
          <p:nvPr/>
        </p:nvSpPr>
        <p:spPr>
          <a:xfrm>
            <a:off x="857250" y="21345525"/>
            <a:ext cx="209550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Poster presenters stand by their posters 13:00–13:30 on both days.  Session and speaker details remain in the full provisional program.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40974D45-A29E-6007-2EC3-08B55DB622AB}"/>
              </a:ext>
            </a:extLst>
          </p:cNvPr>
          <p:cNvSpPr>
            <a:spLocks noGrp="1"/>
          </p:cNvSpPr>
          <p:nvPr/>
        </p:nvSpPr>
        <p:spPr>
          <a:xfrm>
            <a:off x="3567112" y="6953250"/>
            <a:ext cx="28098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250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Lunch</a:t>
            </a:r>
            <a:endParaRPr sz="2250" b="1" dirty="0">
              <a:solidFill>
                <a:srgbClr val="1734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DE23065-0198-B2E3-7470-48F5914E50A6}"/>
              </a:ext>
            </a:extLst>
          </p:cNvPr>
          <p:cNvSpPr>
            <a:spLocks noGrp="1"/>
          </p:cNvSpPr>
          <p:nvPr/>
        </p:nvSpPr>
        <p:spPr>
          <a:xfrm>
            <a:off x="13649325" y="81819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 / break</a:t>
            </a:r>
          </a:p>
        </p:txBody>
      </p:sp>
    </p:spTree>
    <p:extLst>
      <p:ext uri="{BB962C8B-B14F-4D97-AF65-F5344CB8AC3E}">
        <p14:creationId xmlns:p14="http://schemas.microsoft.com/office/powerpoint/2010/main" val="6228265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Office PowerPoint</Application>
  <DocSecurity>0</DocSecurity>
  <PresentationFormat>自訂</PresentationFormat>
  <Paragraphs>110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伯翰 周</cp:lastModifiedBy>
  <cp:revision>2</cp:revision>
  <dcterms:created xsi:type="dcterms:W3CDTF">2026-10-07T17:11:24Z</dcterms:created>
  <dcterms:modified xsi:type="dcterms:W3CDTF">2026-10-07T17:27:30Z</dcterms:modified>
</cp:coreProperties>
</file>