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202ad3dbeb4286" /><Relationship Type="http://schemas.openxmlformats.org/officeDocument/2006/relationships/extended-properties" Target="/docProps/app.xml" Id="R863d5991b4ac4092" /><Relationship Type="http://schemas.openxmlformats.org/officeDocument/2006/relationships/officeDocument" Target="/ppt/presentation.xml" Id="Rc1b684774a9d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34c40b8ae4b13"/>
  </p:sldMasterIdLst>
  <p:notesMasterIdLst>
    <p:notesMasterId xmlns:r="http://schemas.openxmlformats.org/officeDocument/2006/relationships" r:id="Ra164fa0ebd7d41f7"/>
  </p:notesMasterIdLst>
  <p:sldIdLst>
    <p:sldId xmlns:r="http://schemas.openxmlformats.org/officeDocument/2006/relationships" id="256" r:id="Rf7d7908d532e45e4"/>
  </p:sldIdLst>
  <p:sldSz cx="22860000" cy="2190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5ca87ab6e0461e" /><Relationship Type="http://schemas.openxmlformats.org/officeDocument/2006/relationships/slideMaster" Target="/ppt/slideMasters/slideMaster1.xml" Id="Ra2734c40b8ae4b13" /><Relationship Type="http://schemas.openxmlformats.org/officeDocument/2006/relationships/notesMaster" Target="/ppt/notesMasters/notesMaster1.xml" Id="Ra164fa0ebd7d41f7" /><Relationship Type="http://schemas.openxmlformats.org/officeDocument/2006/relationships/presProps" Target="/ppt/presProps.xml" Id="Rba3d5b56e9c44070" /><Relationship Type="http://schemas.openxmlformats.org/officeDocument/2006/relationships/tableStyles" Target="/ppt/tableStyles.xml" Id="R0508a147e7ad4633" /><Relationship Type="http://schemas.openxmlformats.org/officeDocument/2006/relationships/slide" Target="/ppt/slides/slide1.xml" Id="Rf7d7908d532e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1a7e941a3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6e2d51a6e84729" /><Relationship Type="http://schemas.openxmlformats.org/officeDocument/2006/relationships/notesMaster" Target="/ppt/notesMasters/notesMaster1.xml" Id="R62fc6fe462f243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provisional Taiwan–France Workshop Program updated 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f0ccbe990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5553269ec24066" /><Relationship Type="http://schemas.openxmlformats.org/officeDocument/2006/relationships/slideLayout" Target="/ppt/slideLayouts/slideLayout1.xml" Id="R9b8e8323924b44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8e8323924b44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10ea04f04472d" /><Relationship Type="http://schemas.openxmlformats.org/officeDocument/2006/relationships/notesSlide" Target="/ppt/notesSlides/notesSlide1.xml" Id="Ra3d1f80e3ffd4c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B93CE87-E16D-4F9C-853B-80124BC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Program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90676-25BC-47AA-98E5-112D3E45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2026 Taiwan–France Joint Research Workshop on Cybersecurity &amp;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8D3AF-CBAE-413E-9346-FCBB2F6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714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3–6 November 2026  ·  Provisional program updated 6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0C79E-AD26-44D3-A694-410C4791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704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3CE01-827E-4B17-8E08-C4C955BE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704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C371B-38EC-4274-99B6-19D9EB26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476500"/>
            <a:ext cx="704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6C0F1-E5F3-49A8-91D1-BEA5F86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01300" cy="781050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DF53E-56FC-4EC4-B088-5E2BC50A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100584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9CB45-A09B-4CDD-8202-DA4AB0D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6227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TUE 3 NOV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4B09B-BB33-4B5D-8DD4-9CFB982D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005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Taipei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B53E0-9736-4ED7-9CC7-6CAACB64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14625"/>
            <a:ext cx="10401300" cy="781050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03DF7-D37F-4C56-9F9E-D1957CD2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886075"/>
            <a:ext cx="100584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765E2-91EF-4B53-9323-8649F133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96227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WED 4 NOV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86F12-678E-4380-8B9A-AF5BC9E4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40005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Academia Sinica / Hsinchu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A9A73-A0FF-4AEE-9591-032023C3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10875"/>
            <a:ext cx="10401300" cy="10096500"/>
          </a:xfrm>
          <a:prstGeom xmlns:a="http://schemas.openxmlformats.org/drawingml/2006/main" prst="roundRect">
            <a:avLst>
              <a:gd name="adj" fmla="val 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9F606-6312-4297-9246-20E3D37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982325"/>
            <a:ext cx="100584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9D463-6F92-4CA7-B07A-81B8E894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105852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THU 5 NOV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42935-C5EF-40CA-AD5E-959BEF36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20967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Security workshop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A3A8C-D7B5-4C5C-8AD2-9069C2D9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0810875"/>
            <a:ext cx="10401300" cy="10096500"/>
          </a:xfrm>
          <a:prstGeom xmlns:a="http://schemas.openxmlformats.org/drawingml/2006/main" prst="roundRect">
            <a:avLst>
              <a:gd name="adj" fmla="val 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3E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8E9C0-CAA3-4023-834D-F44834C1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0982325"/>
            <a:ext cx="100584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5D09A-7386-4BB5-AD0C-DD012080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11058525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FRI 6 NOV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FDA32-885D-47FE-95E8-09720433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120967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Joint + parallel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6453D-6A2F-4E0C-BF6E-659727EF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0524A-26B1-428F-A20A-D7E1043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958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017D3-065D-422C-9C3D-66E6E26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767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BEBF7-312A-4D32-A2AD-A8E9158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672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Meet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2A6F9-8D58-4A03-8C97-EAAA6218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767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Academia Sinica main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86F76-3CF2-4BDB-ACB3-5E301F2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911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6CC2A-B108-492B-8569-FFF88CB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673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0E769-4096-4495-81F5-2CA3304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09:20–10:00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854EE6-F9D5-4083-BB44-EDE38BA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387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2AC5C-9280-4ACB-A8D2-C8142468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482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To NTU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77127-491A-4A75-A92E-FE44C482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671565-D981-486C-BCCD-C44B845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388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3C24DA-FF9E-4B1D-8608-E940CDE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197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10:00–12:00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9ADA1-F626-4F55-8882-957D872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8102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499464-DEA6-4AFB-8020-37361A5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341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65BE27-CAD5-4ADD-A20C-08F4CC29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103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64005-105F-4327-9400-230F979E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912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12:00–12:30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B04E84-9DB8-4164-B52F-A7A4FF48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3817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A7D5DA-C5C5-4376-B855-0644ECF8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3912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To lunch venue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D9AD07-D55D-413C-99A5-BFA0654D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9056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21ECF5-F064-4388-91CA-2ECF845F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9818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1B5409-08B7-4180-9564-94728F04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627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12:30–14:00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3FB697-0CCF-4CDA-9383-7D3EF9C8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934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Lunch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E1D7AB-070D-412D-B8DE-82A1A33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9627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At NTU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90D14A-6790-4C0C-A23E-98AB3A2D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771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75C090-4FE0-4270-851F-BAA2E2CE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533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1A4511-25DE-45A3-8986-259B6A39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342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14:00–15:30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24131C-F53F-4808-AC47-7FB4E86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5247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FAC1BF-3D81-4396-B927-0EC9556B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5342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To be confirmed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4A684A-9F84-48F8-BBD3-BF4ABE23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486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6BDCB3-962C-45D4-9FAD-7F54CFB2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248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E5EF0C-E00E-436E-9F55-1DC944A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1057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15:30–16:00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28E1F4-E4B3-46FF-8071-6F573C6C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0962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D7812E-ECE2-4DB5-8778-390EC2A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20125"/>
            <a:ext cx="9925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BE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48B8B1-4B18-4FE5-8008-02E1F8F4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963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EDD843-E5D0-42F1-92DF-35079D1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677275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16:00–18:00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8AA4D5-499B-4F56-97DA-48020568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66775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Social Event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D6F492-57ED-45D4-853C-630BA652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4667250"/>
            <a:ext cx="48768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379872-C977-4744-829C-1C953C2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4667250"/>
            <a:ext cx="48768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DEBEA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10F670-BAA6-4C4D-BFD7-619F659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4695825"/>
            <a:ext cx="4638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MAIN GROUP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1C3A48-C7B0-4344-B440-0F8E309D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75" y="4695825"/>
            <a:ext cx="4638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PROF. MARION'S GROUP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4D9DB5-7D9D-4B42-A7A5-65C9A4AE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52673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216FAD-1708-4DC9-995B-EF4735A7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53435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DE88A5-E168-4A69-B4D7-5C11180E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3244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3908B2-B634-495E-A365-DB109D14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53244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Meet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F8286E-4D3C-41DE-BD82-DFF19C94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58388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8FE0A4-9134-4ECB-BF1E-48C90390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59150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527EF4-E72B-4651-9E0E-E938857A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8959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09:00–09:30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6120A8-689B-48EB-951C-0094526B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5895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3CC7F5-8A22-4410-BC4C-9D67BEB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64103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BEA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43ED39-2CDD-4F9D-BD4D-98FC29CB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64865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751F67-26DF-40E0-B805-40F25A9A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64674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09:30–11:00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55AA2A1-D9E7-436C-BF45-BC83CE0C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4674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Social Event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33AA6E-FE3E-4E05-AA7A-7BBE2E1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69818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D242C3-60AE-4FF9-832A-63C9351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70580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7F69A4-164E-48C5-9A76-05661118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70389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11:00–13:00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D4270A-DC57-45E6-8D61-A5CB64A8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413" y="7024688"/>
            <a:ext cx="2143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Lunch &amp; transfer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CD8EE5-8020-4961-A4AF-BD1E7D01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75533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082149B-2A0B-4DB3-A0BC-57F6F929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76295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6B5945-3D94-4FB1-9621-499FDB1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76104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13:00–15:00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36DCB5-5317-40F8-8D3F-BCDE8557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76104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1FA07D-B00A-478A-BE66-75B3A3C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1248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3E5BA5-C824-4813-B5B1-50EC9584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2010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18857F-53DA-4771-BA9F-C829AB99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81819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15:00–15:30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E7FC313-0D80-4C53-A776-F6BED12F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413" y="8167688"/>
            <a:ext cx="2143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Transfer / break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BA615F-D3E2-4011-9FE4-87F2744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6963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0FA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F1059D-9296-4117-807B-9D0A4EA2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87725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1026DB-C9B5-4B43-8F82-BCBC6D7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87534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15:30–16:30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441CA2-D6D8-47DD-ADDA-8BE8C66F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87534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5DBCC56-9040-4072-8B7B-C8F74EDD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9267825"/>
            <a:ext cx="487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2E7CC72-B3B3-4A23-8182-14544F1B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9344025"/>
            <a:ext cx="5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954B4F-B764-47A4-87FF-619315F6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93249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16:30–18:00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D2DF81C-0009-4CB3-A262-E2BCD5FE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93249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Return / free time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A8FE9D-0C23-4CB3-B249-E8C0BCEB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5267325"/>
            <a:ext cx="4876800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DEBE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6BE971-5781-47FC-9C95-C9BDD26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825" y="5400675"/>
            <a:ext cx="66675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F21969E-1813-405B-BDB1-2132BB8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5372100"/>
            <a:ext cx="4352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ALL DAY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BE07D0-9AA9-4151-A960-30740114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6219825"/>
            <a:ext cx="4352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Academic exchange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141E898-8330-4B06-901C-F5D1A425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6791325"/>
            <a:ext cx="4352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Academia Sinica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514D945-F584-4FF8-B388-96BAACE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9058275"/>
            <a:ext cx="4352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Program details TBC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A61B28-1151-418A-81AF-394A8123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71587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9FE589-426F-4E71-9A20-AEF2B7D5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79207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A84089-3D6B-450F-B40F-4E7F5191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744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09:00–09:30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5CCB3B-9AD7-4500-ACDF-163806F7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734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0C8945-2925-48D3-A9ED-A270AB18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7539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Poster set-up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23E757-A6FB-4B17-B6D1-8FEF2543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26832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B55482-C9B4-49D9-83A0-D11B76BD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34452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B0F7F96-A8BA-4724-9EB7-2F44546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296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09:30–10:10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9A5374-080D-408B-9F06-A02482FB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287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3DC39DA-C442-407E-9CA3-38C87BA4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3064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Ceremony &amp; group photo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AB8F114-8188-4298-BF11-E309856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20775"/>
            <a:ext cx="9925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A180C01-D3C7-4FB6-9950-32CE307A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969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A0468F7-DACF-4614-A892-CE8ADDE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8493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10:10–10:40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79AE51-4835-4321-AB10-942D4BB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8398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1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EAC1DFD-37CE-499A-84B2-0F9EBAC5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588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Malware Analysis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FC5DDB6-C833-4BEC-88A8-F39F470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773275"/>
            <a:ext cx="992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302C9BB-234E-4780-9714-901AA56C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8494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E0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7E90D1C-A542-4DBE-A5C4-A47A41E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01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10:40–11:00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9F7182-AB58-41DC-9130-E38E3DE5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792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7EBA483-70A2-4CB1-8521-ED3551E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11425"/>
            <a:ext cx="9925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1DFDD2F-75D3-41C8-84F9-E33EED8E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876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8ABC6B8-E493-4DB6-8B2A-05025817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11:00–12:00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32815A-120C-4F58-8717-F34F1796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304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CA937B0-4D8E-463B-87DF-051BD1F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952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Malware &amp; Threat Detection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012F921-50CA-4E45-BE2E-B351FDA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163925"/>
            <a:ext cx="9925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8DCEB6-7EB7-4674-9B91-EF62B12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2401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E0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5F641A5-B6E1-4D36-854A-9E34CE2E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192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12:00–13:30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4E8194-3E00-4543-976C-58BEB89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61829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Lunch &amp; TACC Poster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954602B-2CEB-47A6-97CB-C992595E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78275"/>
            <a:ext cx="9925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52ABA0A-9EF0-4130-AFCC-33356E46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7544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CFF5365-04D0-42CC-A4F2-9B836B4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7068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13:30–14:45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2ECA165-FC18-4561-9EBD-3D15F4F8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6973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3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9C00533-6D7C-4A2C-B5DF-E88D1FB9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7163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Trustworthy Systems &amp; AI Threats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3B40314-DC0D-4C5E-B560-F5824E9D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630775"/>
            <a:ext cx="992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3761570-A20D-494A-936A-36CC1BA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069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E0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10620D3-006E-40A4-B467-94A2957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65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14:45–15:15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0E0A85E-BF6D-4BA6-90A9-0530D15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6498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6E35791-7A79-4A13-96AE-009E8E0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68925"/>
            <a:ext cx="9925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BF9678B-5F1E-490C-A985-5CC4A0C6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1451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BCC3E85-6284-489A-B78F-F1D65B61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15:15–16:45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EF93555-A7DC-4F62-8642-D3018413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879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Session 4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48E3989-12B7-4774-B043-06B38F73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10702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Malware &amp; Cyber Threats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1C07B86-FA00-474E-973D-15A1320E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2142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F9E8BBA-4963-4FD9-BDEB-4DDBFAD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9762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E595394-442A-435C-A629-7D75698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16:45–17:00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BB5B35D-FAC2-4EA1-A474-ADAAD24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0404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DEA9AF4-E3D5-44C8-A798-FAB172B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7387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BEA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1BEFF7B-D60C-4C93-B42E-ECF7B9C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65007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2D393EC-FB17-4082-BDF2-54C0EA9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602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19:00–21:30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34A2C32-7D28-4ADA-88DA-E475017B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592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Banquet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2F6FFA1-DE9C-4A42-836A-DBC97072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271587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D76AA39-3917-4F43-B8D2-C91EE746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279207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D929B42-B72A-4BE2-8944-ED0A940F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2744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09:00–09:30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8A41100-95BC-49BB-9C3C-5BA66BFD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2734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93C7FBE-4D4D-49D8-8377-8E3B55C0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575" y="127539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Poster set-up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2826231-46C7-4CD1-9569-DCA6AE89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326832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3964AC2-2EAC-4D69-9C7E-2F57ADB7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334452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E843AC2-BB12-4FD4-B3DF-18C976D7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3296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09:30–09:50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EBE563D-FCCE-4DBF-973D-02ACE2D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3287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AB0CA11-C747-49A1-B2C4-6F64FE4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575" y="133064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Ceremony &amp; group photo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26B6E89-3C72-402D-87B5-A8260B8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3820775"/>
            <a:ext cx="9925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CEBF8EA-B803-45FB-AC73-F1C4E392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38969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1989846-8174-4542-956F-A5F3B8A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38493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09:50–10:50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BC9793A-F267-411D-818B-E4CEB4E4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38398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Joint session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17A7E01-E9A8-4666-B992-93A66EB0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575" y="138588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7095"/>
                </a:solidFill>
                <a:latin typeface="Arial"/>
                <a:ea typeface="Arial"/>
                <a:cs typeface="Arial"/>
              </a:rPr>
              <a:t>AI Security · 20-minute talks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A92317B-C29F-4F7C-9F07-C08906DD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4773275"/>
            <a:ext cx="992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3112637-073A-474A-9A5B-EA8235DE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48494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E0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61D838B-E310-4146-9D82-B9887063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4801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10:50–11:15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EC28D62-5C22-4A12-88F6-4C34CC4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14792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4B69E9E-1358-47D0-BF08-75BF554B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75" y="14811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E8E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E8EA"/>
                </a:solidFill>
                <a:latin typeface="Arial"/>
                <a:ea typeface="Arial"/>
                <a:cs typeface="Arial"/>
              </a:rPr>
              <a:t>Tracks split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AB985A0-FF1C-4A0B-BCED-C8E92E6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53447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Parallel 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F476D72-9EE7-4F0D-93CA-C9F887B7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56591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11:15–12:00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81302F0-FD6E-46E2-A428-18D30D32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5211425"/>
            <a:ext cx="38004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C756234-EA69-4259-8AF7-791A186F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5211425"/>
            <a:ext cx="3771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5F52BF5-D3A7-4E56-8188-6DCBBC78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52876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4F21719-0937-4447-BD7B-74D1D252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52876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DA51080-9158-4597-B557-A3D8E3B3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5240000"/>
            <a:ext cx="357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33443F0-DE10-4547-875D-FDF20B1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152400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AI (1)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5A368FD-41FF-4D68-80D0-60D7357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6163925"/>
            <a:ext cx="9925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9BE3975-0E36-485A-980D-2CB1599F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624012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E0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04DA3E9-6423-4F74-897A-DC049659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6192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12:00–13:30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B0F0A4D-0159-45AA-8742-F8B55966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161829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Lunch &amp; posters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96DB55B-2EAF-4226-A7E8-F1DA5BFB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75" y="162020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E8E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E8EA"/>
                </a:solidFill>
                <a:latin typeface="Arial"/>
                <a:ea typeface="Arial"/>
                <a:cs typeface="Arial"/>
              </a:rPr>
              <a:t>TACC Research Posters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4E8A9E8-5464-47B8-8F12-7DE0EA69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68116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Parallel 2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289BA94-D236-4EAE-8D85-19E28324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71259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13:30–14:45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7C23127-680D-4DBF-84EC-3159675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6678275"/>
            <a:ext cx="38004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5BB8FE2-8FF6-40E1-9B7A-C610698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6678275"/>
            <a:ext cx="3771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0E76362-C9B0-4B94-94F1-1754E677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67544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E8E8E43-D180-4E03-BE92-F8242B39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675447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BD71723-05F5-48BC-88D7-4AC42247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6706850"/>
            <a:ext cx="357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Cybersecurity &amp; Wireless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C0123C7-56F2-43DB-9E7D-272F64B2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167068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AI (2)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A9CDB6F-B3F5-437D-AE7C-E9670E0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7630775"/>
            <a:ext cx="9925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C3B7396-35DD-4E66-9F1E-6BAD775A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7706975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E0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B75A253-6815-461A-8FF0-EC8DB294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765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14:45–15:15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41FEDF7-9367-4601-B554-AAAD906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176498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 break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BAD5045-5840-4AF4-A722-B51FD923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820227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Parallel 3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0D94CB7-376E-4CB8-8D0E-BF11614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85166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5A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5A4"/>
                </a:solidFill>
                <a:latin typeface="Arial"/>
                <a:ea typeface="Arial"/>
                <a:cs typeface="Arial"/>
              </a:rPr>
              <a:t>15:15–16:45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8191774-EBFF-4944-B694-87B9D74A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8068925"/>
            <a:ext cx="38004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912949C-9482-4117-B85A-E8364A9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8068925"/>
            <a:ext cx="3771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8DDF1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DC7A142-EB4F-4500-8157-DA5BC73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81451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C85AFC4-2F24-47DA-9B45-36297B1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8145125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BFDD7FD-2140-4C35-9B73-9AA040D1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8097500"/>
            <a:ext cx="357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Hardware &amp; Crypto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9C7BE5F-8336-41A3-BE36-2D36ADC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6550" y="180975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AI (3)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6A7E58A-D6CF-4592-9B7E-33630006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902142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E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AA7166F-7F2E-4E47-9935-AB6E61B5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909762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E99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70C1F99-6857-4B7E-8EBA-0A1E6C4A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9050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87E99"/>
                </a:solidFill>
                <a:latin typeface="Arial"/>
                <a:ea typeface="Arial"/>
                <a:cs typeface="Arial"/>
              </a:rPr>
              <a:t>16:45–17:00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6AB12BA-4F58-4E7B-9F6D-90230391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90404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34E3000-B676-41D3-B50A-51A620DF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575" y="190595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Joint ceremony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2217C0CF-4087-4211-AB3C-5DB3D37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9573875"/>
            <a:ext cx="992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BEA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4996AB9-50FE-47F0-9591-6F85D35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9650075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655DFCE-3A1F-40E7-B196-1F16EE1F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9602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2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2828"/>
                </a:solidFill>
                <a:latin typeface="Arial"/>
                <a:ea typeface="Arial"/>
                <a:cs typeface="Arial"/>
              </a:rPr>
              <a:t>19:00–21:30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01DBC62-FD53-4E19-AA99-67D0938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19592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4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5A"/>
                </a:solidFill>
                <a:latin typeface="Arial"/>
                <a:ea typeface="Arial"/>
                <a:cs typeface="Arial"/>
              </a:rPr>
              <a:t>Farewell party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A12FDDAA-61B9-4B6A-8B50-711C075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0"/>
            <a:ext cx="2114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E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458ED46-C9AF-469C-9765-17F8E16F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45525"/>
            <a:ext cx="2095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E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E99"/>
                </a:solidFill>
                <a:latin typeface="Arial"/>
                <a:ea typeface="Arial"/>
                <a:cs typeface="Arial"/>
              </a:rPr>
              <a:t>Poster presenters stand by their posters 13:00–13:30 on both days.  Session and speaker details remain in the full provisional program.</a:t>
            </a:r>
          </a:p>
        </p:txBody>
      </p:sp>
    </p:spTree>
    <p:extLst>
      <p:ext uri="{BB962C8B-B14F-4D97-AF65-F5344CB8AC3E}">
        <p14:creationId xmlns:p14="http://schemas.microsoft.com/office/powerpoint/2010/main" val="622826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2026-10-07T17:11:24.3470000Z</dcterms:created>
  <dcterms:modified xsi:type="dcterms:W3CDTF">2026-10-07T17:11:24.3470000Z</dcterms:modified>
</coreProperties>
</file>